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5" r:id="rId3"/>
    <p:sldId id="286" r:id="rId4"/>
    <p:sldId id="287" r:id="rId5"/>
    <p:sldId id="288" r:id="rId6"/>
    <p:sldId id="289" r:id="rId7"/>
    <p:sldId id="290" r:id="rId8"/>
    <p:sldId id="291" r:id="rId9"/>
    <p:sldId id="292" r:id="rId10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9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600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113.3877" units="1/cm"/>
          <inkml:channelProperty channel="Y" name="resolution" value="1979.87915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4-11-11T22:22:21.38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19748 7099 279 0,'0'0'442'0,"0"0"-343"0,0 0-16 0,0 0-6 0,0 0-6 0,0 0-9 0,0 0-5 0,0 0-7 0,0 0-14 0,0 0-15 0,0 0-20 0,0 0-22 0,-21-18-16 0,24 18-3 0,-3 0 6 0,1 0 10 16,-1 0 13-16,1 0 3 0,0 0 3 15,1 0 7-15,-2 2 2 0,0-2 1 0,1 0-1 16,-1 0-4-16,1 3 1 0,-1-3 0 0,0 0 1 16,1 2 1-16,-1-2-2 0,2 2 1 0,-1 1-1 15,1-2 1-15,1 2 3 0,1-1 6 16,-1 0 5-16,2 1 8 0,2-1 10 15,3 1 13-15,0 2 9 0,3-5 5 0,4 2-7 0,-1 1-13 16,3-3-10-16,0 0-13 0,1 0-8 16,-1 2-8-16,-2 1-6 0,1-3-4 0,-2 2 0 15,-1 3-3-15,-2 0 0 0,-1 0 2 0,0 0-3 16,1 0 3-16,-5-1 5 0,2 1 3 0,1 0 1 16,-3-2 0-16,2 2 1 0,-3 0-3 0,2-3 3 15,-2 3 0-15,2 0 1 0,-1-3 4 16,0 1 2-16,3-1 4 0,-2 1 4 0,4-1 2 15,1-2 3-15,0 0 2 0,4 0 0 0,-1 0-1 16,4 0-4-16,-2-2-1 0,0-1 2 0,1 1-4 16,-1-1 1-16,-2 1-3 0,-2 2-4 15,2-3-3-15,-3 3-4 0,-2 0-6 0,-2 0-3 16,0 0-6-16,0 0 0 0,-3 3-1 0,2-3 4 16,-3 5 7-16,2-3 0 0,0 1 4 0,0-1-1 15,-1 1 1-15,1-1 1 0,0 0 1 0,0 1 0 16,0-1 3-16,3 0 4 0,0 0 3 15,-1-2 2-15,1 0 7 0,4 0 3 16,-2 0 1-16,1 0-2 0,-1-2-8 16,0 2-6-16,-1-2-3 0,-1 0-2 0,-2 2-2 0,0-3-1 15,0 3-2-15,-1 0-2 0,2-2 1 0,0 2 2 16,0 0 0-16,1 0-1 0,2 0 4 0,1-2-1 16,2 2-1-16,-1-3 2 0,1 1 6 0,4-1 3 15,-3 1 1-15,4-1-1 0,-2 1-6 0,1-3-1 16,2 2-1-16,-3-1 0 0,1 1-1 15,2 1-1-15,-2-1 0 0,-1 1 1 0,-4-1-3 16,3 3-1-16,-5 0-2 0,1 0-3 16,-3 0 2-16,1 0-3 0,-2 0 1 0,2 0 0 0,-3 0-1 15,0 3 3-15,2-1 0 0,0 1 2 0,1-1 3 16,1 1 0-16,-1 1 0 0,3-1-2 16,0-1-1-16,-1 1 1 0,3-1-1 0,-3 1 2 15,3 2 1-15,-2-3 2 0,2-2 1 0,-3 3 0 16,4-3 0-16,-6 0 0 0,3 0-1 15,-1 2 0-15,-1-2 1 0,2 0 2 0,0 0 0 16,-2 0 0-16,2 0-1 0,0 0-1 0,-2 0 1 16,4 0-1-16,-3-2 2 0,4 2-1 15,-4-3-1-15,5 3 0 0,-4-2-2 16,2 2-3-16,1 0 3 16,-1 0 0-16,1-3 0 0,2 3 3 0,0 0-4 0,2-2 1 0,-2 2-1 0,1-3 1 15,1 3 2-15,-2-2 1 0,1 2 1 16,0-3-1-16,-3 3-2 0,-1-2-1 0,1 2 0 0,-2-3-1 15,0 1 2-15,0 2 1 0,-1-2 1 16,-1-1 1-16,3 3-1 0,-5-2-5 16,3-1 2-16,-1 3-4 0,-1-2 3 0,0 2 0 0,3 0 0 15,-2-3-2-15,-4 3 1 0,5 0-4 0,-1 0 0 16,0-2-1-16,3 2 1 0,-4 0 3 16,5 0-1-16,-4 0 1 0,3 0-2 15,-3 0 2-15,1 0 0 0,1 0 0 0,-2 0 2 0,3 0 0 16,-3 0 2-16,4 0 1 0,-6 0 1 0,3 0 3 15,0-3-1-15,-1 1 3 0,2-1-4 16,-2 3-1-16,-1-2 0 0,4 0 0 0,-1-1 1 16,-1 1 0-16,-1 2 0 0,-1-3 3 0,1 1-3 15,-2-1 0-15,-3 1-1 0,1 2-4 16,-2-3 5-16,0 3-1 0,2-2 3 0,-1 2 1 16,2 0 2-16,-3-3 0 0,3 3-2 0,-1 0-3 15,-2 0-1-15,-1 0-2 0,2 0-1 0,1 0 1 16,-2 0-3-16,-4-2 1 0,4 2-2 15,-2 0 5-15,-1 0-3 0,-1 0 3 0,1 0-2 16,-3 0-1-16,-1 0-1 0,0 0-1 0,3 0-2 16,-3 0 2-16,0 0-3 0,-1 0-1 15,1 0-2-15,-1 0-3 0,0 0-1 0,0 0-10 0,0 0-16 16,0 0-33-16,-1 0-34 0,-3 2-32 16,-1 3-51-16,-5 3-68 0,2-3-52 0,3 0-867 15</inkml:trace>
  <inkml:trace contextRef="#ctx0" brushRef="#br0" timeOffset="984.42">21240 7716 270 0,'0'0'260'0,"0"0"-167"0,0 0-23 0,0 0-6 0,0 0-6 0,0 0-4 0,0 0-12 0,0 0-2 0,0 0-2 0,0 0-2 0,0 0 4 0,0 0 4 0,0 0 8 0,0 0 5 0,5-43 2 0,-5 43-5 0,0 0-12 0,0 0-15 0,0 0-20 0,0 0-21 0,0 0-27 16,0 0-31-16,0 0-5 0,0 0 11 0,0 3 27 16,5-1 41-16,1 1 32 0,3-1 17 0,4-2 15 15,2 3 2-15,5-3-8 0,3 0-13 0,2 0-12 16,0 0-5-16,2 0 1 0,2 0-3 16,0-3 3-16,-1 1-5 0,-2-1-6 0,2 1-3 15,-3-1-7-15,-1 1-5 0,-1 2-3 0,-3 0-7 16,-2 0-1-16,1 0-4 0,-3 2-1 0,0 1 3 15,-5 2 1-15,4-3 4 16,-3 3 1-16,0-2 4 0,-1-1 2 0,-4 1 0 0,4-3 2 16,-2 2 3-16,2-1 1 0,-1 2 3 0,1-3 2 15,0 0 0-15,0 2 1 0,3-2-2 16,-2 0-4-16,-2 0-2 0,2 0 0 0,0 0-3 0,0 0 4 16,-1-2 1-16,0 2 5 0,-3 0 6 0,1-3 12 15,1 2 7-15,0-1 7 0,-2-1 5 16,0 1-1-16,-2-1-4 0,3 1-6 0,-7-1-9 15,4 1-7-15,-3 2-6 0,-2-3-4 0,3 3-6 16,-4 0-3-16,1 0-3 0,-1 0-1 16,0 0 0-16,0 0-3 0,0 0-1 0,0 0-8 15,0 0-8-15,0 0-11 0,0 0-20 0,0 0-37 16,0 0-35-16,-1 0-34 0,-3 5-67 0,3 0-37 16,0 0-896-16</inkml:trace>
  <inkml:trace contextRef="#ctx0" brushRef="#br0" timeOffset="11476.64">20808 9881 120 0,'0'0'154'0,"0"0"-23"0,0 0 9 0,0 0-38 0,0 0-33 0,0 0-6 0,0 0-7 0,0 0 1 0,0 0 9 0,0 0 5 0,0 0-5 0,0 0-9 15,27-20-10-15,-24 20-16 0,-1-3-7 0,3 3-9 0,0-2-7 16,0 2-4-16,2 0-3 0,2 0 1 0,1 0-3 16,1 0 1-16,1 0-1 0,0 0 5 0,3 0-3 15,-1 0 2-15,2 0-2 0,-1 0-1 0,2 0 2 16,-1 0 4-16,5 0 2 0,-5 0 6 0,1-3 1 15,1 1 0-15,-1-1-3 0,-2 1-7 16,2 2 0-16,-2 0-4 0,-2-3-1 0,1 3-3 16,-1 0 2-16,0 0 0 0,-2 0 1 0,-2 0 2 15,3 0-1-15,-2 0-1 0,0 0 1 0,0 0-3 16,0 0-5-16,-2 0 2 0,1 0 1 16,-1 0 4-16,4 3 5 0,-1-3 4 15,0 2 1-15,3 1 3 0,-3-3-1 0,1 0-2 0,0 2-5 16,-2-2-1-16,2 0-1 0,1 3 5 0,-1-1-2 15,1-2 0-15,-2 3-5 0,1-1-2 16,-2 0-4-16,0 1 0 0,0 1 3 0,1-2 2 16,-2 1 1-16,-1-1-1 0,2 0 1 0,-2 1 0 15,2-1 0-15,-2 1 3 0,3-3 2 16,-1 2 3-16,-2-2 8 0,4 0 2 0,-2 3 6 16,-2-3 6-16,2 0-2 0,0 0 6 0,1 0-2 15,-1 0 2-15,2 0 2 0,0-3-7 0,-1 3-3 16,2-2-7-16,0-1-9 0,3 3 0 15,-3-2-3-15,0 2-5 0,3-3-3 16,-6 3 0-16,2 0-3 0,0 0 2 0,-3 0-1 0,0 0 1 16,-1 0-1-16,-2 0-2 0,2 0 1 0,-5 0-3 15,2 0 1-15,-1 0-1 0,2 0 4 0,-2 3 2 16,-2-3 2-16,2 0 1 0,1 2-1 16,-3-2 0-16,2 3-1 0,0-3-1 0,0 0 0 15,1 0 0-15,-2 2 4 0,1-2 4 0,2 0 9 16,-1 0 5-16,1 0 5 0,4 0-2 15,-1 0-3-15,0 0-3 0,-1 0-4 0,0 0-2 16,3 0-4-16,-2 0-1 0,1 0-2 0,1 0 0 16,-1 0-2-16,0 0 2 0,1 0-4 15,0 0-2-15,-2 0 0 0,2 0 0 0,-1 0 2 0,-2 0-2 16,0 0 2-16,-2 0 3 0,3 0 1 16,-3 0 3-16,0 0 3 0,3 0-2 0,1 0 5 15,0 0-2-15,1 0 0 0,1 0 0 0,3 0-1 16,1 0 0-16,-2-2-1 0,4 2-1 0,-3-3 0 15,2 1 2-15,0-1 0 0,-3 1 4 16,6-3-1-16,-7 1 2 0,6 2 2 0,-5-3 0 16,4 0 2-16,-7 3-3 0,4-1-4 0,-4 1-8 15,0-1-11-15,0 3-4 0,-4-2-4 16,2 2 2-16,0 0 9 0,3 0 3 0,0 2 3 16,3 1-2-16,-2-1-5 0,-2 1-2 0,1-1 4 15,0 1 2-15,4-1 2 0,-3 3-1 0,-1-5 1 16,2 2 1-16,1-2 2 0,-3 2 2 15,5-2 2-15,-3 0-1 0,4 0 1 0,-4 0-2 16,4-2-1-16,-3 0-1 0,5-1-1 0,-3 3 2 16,-1-2-4-1,3 2-2-15,0 0-1 0,-4 0-4 0,3 0-2 16,-4 0 3-16,3 0-6 0,-4 0 5 0,-2 2-6 0,0 1-2 0,-1-1 2 0,-1 0 1 16,-1 0 5-16,-3 1 4 0,1-1-3 15,-2-2 3-15,1 2-1 0,-2-2 0 0,1 0 4 16,0 3-2-16,-2-3 4 0,-1 0 0 0,0 0-1 15,0 2-1-15,1-2-2 0,1 0-1 16,-2 0 3-16,0 0-5 0,-1 0 2 0,0 0-1 16,1 0-4-16,0 0-1 0,-1 0-6 0,1 3-10 15,0-3-13-15,1 2-20 0,1 3-37 16,-2 0-54-16,-1 2-109 0,0-2-322 0,0 0-555 0</inkml:trace>
  <inkml:trace contextRef="#ctx0" brushRef="#br0" timeOffset="49371.39">29521 9603 149 0,'0'0'489'0,"0"0"-395"0,0 0-12 0,0 0-6 0,0 0-12 0,0 0-21 0,0 0-12 0,0 0 1 0,0 0 6 0,0 0 3 0,0 0 6 0,0 0 5 0,-3-27 4 16,3 24 12-16,0 3-3 0,0-5 2 0,0 3-1 16,0-3 0-16,0 3-3 0,0-3-4 0,0 2-5 15,0 1-4-15,0-1-3 0,0 3-5 16,0-2-8-16,0 2-12 0,0 0-13 0,0 0-9 15,0 0-12-15,0 0-11 0,0 0-8 0,1 0-12 16,1 0-8-16,-2 0-2 0,0 0 15 16,2 0 14-16,2 0 19 0,0 2 12 0,3 3 1 15,1-5-4-15,0 5 0 0,1-2 2 0,2 2-1 16,-1-3 1-16,0 0-2 0,2 1 0 0,2-1 3 16,0-2 1-16,-1 3 0 0,2-3 3 15,2 0-5-15,-1 0 2 0,1 0-2 0,1 0 2 16,2 0 1-16,-4 0 1 0,4 0 0 0,-1 0 1 15,3 0-4-15,-2 0-1 0,1 0-2 0,1 0-3 16,-2 2 0-16,1 1 0 0,1-3 0 16,-2 2-1-16,2-2 1 0,0 3 0 0,2-3 2 15,0 0-3-15,0 0 4 0,-3 0-2 0,2 0 2 16,0 0-2-16,-4 0-1 0,2 0-1 0,-2 0 2 16,0 0 2-16,-2 0 0 0,-1 0-1 15,3 0-2-15,-3 0 1 0,3 0-2 0,-1 0 2 16,-1 0-3-16,-1 0 1 0,0 0 0 0,0 0 0 15,-1 0 2-15,2 0 1 0,-1 0-1 0,-1 0 4 16,-2 0-3-16,4 0-1 0,-4 0 1 16,5 0-3-16,-6 2 2 0,1-2 1 0,-1 0 5 15,4 0 2-15,-3 0 2 0,0 0-1 0,3 0-1 16,-3 0-1-16,-1 0 2 0,1 0-3 0,-2 0 2 16,-2 0-1-16,0 0 0 0,0 0 3 15,-3 0-1-15,-2 0 1 0,1 0 4 0,-2 0 4 16,-1 0 7-16,-1 0 6 0,-1 0 4 0,0 0 9 15,1 0 3-15,-1 0 3 0,0 0-1 16,0 0-1-16,0 0-3 0,0 0-4 0,0 0-11 16,0 0-12-16,0 0-17 0,0 0-13 0,0 0-22 15,0 0-35-15,0 0-54 0,0 0-75 16,0 0-42-16,0 5-52 16,0 0-55-16,0 0-822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CD9F32-E412-4BC6-7A47-70CF0696AB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4FD1309-7817-ADDE-2FEC-1AF2421CE9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5384902-F313-9CF8-7041-C0FC01A49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2AD0A-7F66-4D2B-9988-DCBEE25A62AD}" type="datetimeFigureOut">
              <a:rPr lang="es-ES" smtClean="0"/>
              <a:t>09/05/2025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E9BDCCF-7B09-F731-958C-2BAB6E76E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1F61EAB-02C8-667D-AF9B-28D317421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87545-FAD6-421C-8DBD-654FD8D6697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07526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1CEED3-6004-3878-37D7-8D026441C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58A293F-42B3-6CA9-9E2F-1A522864FD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7DB2500-DA9E-D597-01AA-1470FFE64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2AD0A-7F66-4D2B-9988-DCBEE25A62AD}" type="datetimeFigureOut">
              <a:rPr lang="es-ES" smtClean="0"/>
              <a:t>09/05/2025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8EEFC84-538A-7D8A-9781-DEF17A9EA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BF049FE-597E-E54F-153E-2FCE477B7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87545-FAD6-421C-8DBD-654FD8D6697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1924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9262F2-8729-4C01-684F-AFD89FBEF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290E9C0-B7CA-C969-B689-F8CAF7EF69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5099F03-E6FE-2D7A-A0A0-55169C75B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2AD0A-7F66-4D2B-9988-DCBEE25A62AD}" type="datetimeFigureOut">
              <a:rPr lang="es-ES" smtClean="0"/>
              <a:t>09/05/2025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218B922-8061-4722-2C02-75667F386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F17FDD6-A24A-B12C-DFA3-2B57ED81D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87545-FAD6-421C-8DBD-654FD8D6697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052396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51615C-DE9C-DF03-F2B4-54731F07B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86672AB-F62C-8658-DF0A-2C12062186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F2D2B89-2A2C-EB9C-2E06-ACF246E97D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C8EC9DE-E511-FC70-A881-64FBD6111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2AD0A-7F66-4D2B-9988-DCBEE25A62AD}" type="datetimeFigureOut">
              <a:rPr lang="es-ES" smtClean="0"/>
              <a:t>09/05/2025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4A22386-9382-8AED-9AE8-CEDE2987F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82CC4EE-5D31-2350-AA51-A398DE76F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87545-FAD6-421C-8DBD-654FD8D6697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78067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A26F89-76FA-873D-5E46-5181A1243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A07F61B-99DE-1144-83AC-9D652365F9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1CC0CC5-49BC-1D46-EA41-63AFDFC0AA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DFD1651-D9BF-32E1-ADDB-E6EE4AB248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8453CB2-55A3-6E29-E5A4-9C20569688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7EB7BC4-D1B9-9CCB-B127-F36D578ED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2AD0A-7F66-4D2B-9988-DCBEE25A62AD}" type="datetimeFigureOut">
              <a:rPr lang="es-ES" smtClean="0"/>
              <a:t>09/05/2025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FC056AA-6987-7EF3-6707-4978C5DE0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1EBD346-EDF5-39F4-3A02-98F884678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87545-FAD6-421C-8DBD-654FD8D6697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88191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19CD7C-DAEF-763F-8846-2B34CA7AB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25398FC-7402-96B5-2AD5-34CC3DA9F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2AD0A-7F66-4D2B-9988-DCBEE25A62AD}" type="datetimeFigureOut">
              <a:rPr lang="es-ES" smtClean="0"/>
              <a:t>09/05/2025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9D6FE69-91FA-CA23-6C0F-CF8F1EB8F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B08C276-E00E-7059-E09D-88E6C5C14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87545-FAD6-421C-8DBD-654FD8D6697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77521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05AC9CF-8B2C-D3B7-5D38-E9E6AC2EB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2AD0A-7F66-4D2B-9988-DCBEE25A62AD}" type="datetimeFigureOut">
              <a:rPr lang="es-ES" smtClean="0"/>
              <a:t>09/05/2025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54364BF-11E0-BDAF-BCC3-654390AAE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1814325-488F-EB5A-FA36-55646BF77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87545-FAD6-421C-8DBD-654FD8D6697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65625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3ED718-E59D-8D5E-51C9-FAC2748D3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C5EDFE-8C37-E593-296B-A6EDCBD580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A10BC2D-9E7F-C031-2FE4-E981C0DBA2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D4F3610-939C-4EB0-698F-6090F3542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2AD0A-7F66-4D2B-9988-DCBEE25A62AD}" type="datetimeFigureOut">
              <a:rPr lang="es-ES" smtClean="0"/>
              <a:t>09/05/2025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261E285-387D-8D3E-5F9F-76CFAE47A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BE09EF0-856E-744A-977E-FD8955FF6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87545-FAD6-421C-8DBD-654FD8D6697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74865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E087FB-B0EE-CF08-CE66-D4EF6D90D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2736C9C-72C8-5316-2D79-8AB3F61486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CAF95A2-7539-39D4-C898-F15F370B8B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7690EED-634D-9E4A-85B1-76E874A6F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2AD0A-7F66-4D2B-9988-DCBEE25A62AD}" type="datetimeFigureOut">
              <a:rPr lang="es-ES" smtClean="0"/>
              <a:t>09/05/2025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82D96EF-E641-C8EB-38B9-14E19AB97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CF22332-D1E9-726D-D6FB-45E990F17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87545-FAD6-421C-8DBD-654FD8D6697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66306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38DD27-0029-9F7B-BAE6-426A40568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34A9FDD-0BB9-0B2B-4559-2744231289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6ACB28F-BD70-C957-FB14-815E1583A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2AD0A-7F66-4D2B-9988-DCBEE25A62AD}" type="datetimeFigureOut">
              <a:rPr lang="es-ES" smtClean="0"/>
              <a:t>09/05/2025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885CB68-531C-FCEF-0CA4-1F04A3B06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8A441C8-C188-40B4-430C-B1413B388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87545-FAD6-421C-8DBD-654FD8D6697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05953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14875C9-5353-C65D-3B88-1DAAC53C2B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BB2ECD9-245E-4C15-4B06-49E0C87E91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9338650-8A65-EB8D-036C-671B4AAA2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2AD0A-7F66-4D2B-9988-DCBEE25A62AD}" type="datetimeFigureOut">
              <a:rPr lang="es-ES" smtClean="0"/>
              <a:t>09/05/2025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70336B1-8388-F477-B1A5-106F01294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2D6403D-DD89-07DC-847F-E7422F809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87545-FAD6-421C-8DBD-654FD8D6697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133017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625"/>
              </a:lnSpc>
            </a:pPr>
            <a:fld id="{81D60167-4931-47E6-BA6A-407CBD079E47}" type="slidenum">
              <a:rPr dirty="0"/>
              <a:t>‹Nº›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10446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0AF4FB0-026F-44D7-6455-C631E491A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3316841-1786-E30B-2AFC-B88E8C6561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00D1B49-2B66-78DF-481D-F654AD6BB1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42AD0A-7F66-4D2B-9988-DCBEE25A62AD}" type="datetimeFigureOut">
              <a:rPr lang="es-ES" smtClean="0"/>
              <a:t>09/05/2025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8B54B3-A17A-1B68-D0ED-CF94882597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9F32048-953B-30D4-F419-44EB2EBA68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B87545-FAD6-421C-8DBD-654FD8D6697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16072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1.png"/><Relationship Id="rId5" Type="http://schemas.openxmlformats.org/officeDocument/2006/relationships/customXml" Target="../ink/ink1.xml"/><Relationship Id="rId4" Type="http://schemas.openxmlformats.org/officeDocument/2006/relationships/image" Target="../media/image7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BBEEB1-1CDA-D513-65C9-58DE0A6277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/>
              <a:t>Cláusulas Clave en Contratos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4A6C863-1554-0C1C-9E89-B2AE79DF0C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/>
              <a:t>Mario Salmona Petersen</a:t>
            </a:r>
          </a:p>
        </p:txBody>
      </p:sp>
    </p:spTree>
    <p:extLst>
      <p:ext uri="{BB962C8B-B14F-4D97-AF65-F5344CB8AC3E}">
        <p14:creationId xmlns:p14="http://schemas.microsoft.com/office/powerpoint/2010/main" val="27679022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object 3"/>
            <p:cNvSpPr/>
            <p:nvPr/>
          </p:nvSpPr>
          <p:spPr>
            <a:xfrm>
              <a:off x="2660904" y="905255"/>
              <a:ext cx="6303010" cy="304800"/>
            </a:xfrm>
            <a:custGeom>
              <a:avLst/>
              <a:gdLst/>
              <a:ahLst/>
              <a:cxnLst/>
              <a:rect l="l" t="t" r="r" b="b"/>
              <a:pathLst>
                <a:path w="6303009" h="304800">
                  <a:moveTo>
                    <a:pt x="630301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6303010" y="304800"/>
                  </a:lnTo>
                  <a:lnTo>
                    <a:pt x="63030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662427" y="906780"/>
              <a:ext cx="6303010" cy="304800"/>
            </a:xfrm>
            <a:custGeom>
              <a:avLst/>
              <a:gdLst/>
              <a:ahLst/>
              <a:cxnLst/>
              <a:rect l="l" t="t" r="r" b="b"/>
              <a:pathLst>
                <a:path w="6303009" h="304800">
                  <a:moveTo>
                    <a:pt x="0" y="304800"/>
                  </a:moveTo>
                  <a:lnTo>
                    <a:pt x="6303010" y="304800"/>
                  </a:lnTo>
                  <a:lnTo>
                    <a:pt x="630301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577583"/>
              <a:ext cx="405383" cy="28041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8288" y="6598919"/>
              <a:ext cx="344170" cy="259079"/>
            </a:xfrm>
            <a:custGeom>
              <a:avLst/>
              <a:gdLst/>
              <a:ahLst/>
              <a:cxnLst/>
              <a:rect l="l" t="t" r="r" b="b"/>
              <a:pathLst>
                <a:path w="344170" h="259079">
                  <a:moveTo>
                    <a:pt x="344043" y="0"/>
                  </a:moveTo>
                  <a:lnTo>
                    <a:pt x="0" y="0"/>
                  </a:lnTo>
                  <a:lnTo>
                    <a:pt x="0" y="259079"/>
                  </a:lnTo>
                  <a:lnTo>
                    <a:pt x="344043" y="259079"/>
                  </a:lnTo>
                  <a:lnTo>
                    <a:pt x="3440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5655" y="6577583"/>
              <a:ext cx="11896344" cy="28041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41376" y="6598919"/>
              <a:ext cx="11850370" cy="259079"/>
            </a:xfrm>
            <a:custGeom>
              <a:avLst/>
              <a:gdLst/>
              <a:ahLst/>
              <a:cxnLst/>
              <a:rect l="l" t="t" r="r" b="b"/>
              <a:pathLst>
                <a:path w="11850370" h="259079">
                  <a:moveTo>
                    <a:pt x="11850243" y="0"/>
                  </a:moveTo>
                  <a:lnTo>
                    <a:pt x="0" y="0"/>
                  </a:lnTo>
                  <a:lnTo>
                    <a:pt x="0" y="259079"/>
                  </a:lnTo>
                  <a:lnTo>
                    <a:pt x="11850243" y="259079"/>
                  </a:lnTo>
                  <a:lnTo>
                    <a:pt x="11850243" y="0"/>
                  </a:lnTo>
                  <a:close/>
                </a:path>
              </a:pathLst>
            </a:custGeom>
            <a:solidFill>
              <a:srgbClr val="FFD20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9807" y="1676400"/>
              <a:ext cx="11430000" cy="3742944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5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object 3"/>
            <p:cNvSpPr/>
            <p:nvPr/>
          </p:nvSpPr>
          <p:spPr>
            <a:xfrm>
              <a:off x="2660904" y="905255"/>
              <a:ext cx="6303010" cy="304800"/>
            </a:xfrm>
            <a:custGeom>
              <a:avLst/>
              <a:gdLst/>
              <a:ahLst/>
              <a:cxnLst/>
              <a:rect l="l" t="t" r="r" b="b"/>
              <a:pathLst>
                <a:path w="6303009" h="304800">
                  <a:moveTo>
                    <a:pt x="630301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6303010" y="304800"/>
                  </a:lnTo>
                  <a:lnTo>
                    <a:pt x="63030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662427" y="906780"/>
              <a:ext cx="6303010" cy="304800"/>
            </a:xfrm>
            <a:custGeom>
              <a:avLst/>
              <a:gdLst/>
              <a:ahLst/>
              <a:cxnLst/>
              <a:rect l="l" t="t" r="r" b="b"/>
              <a:pathLst>
                <a:path w="6303009" h="304800">
                  <a:moveTo>
                    <a:pt x="0" y="304800"/>
                  </a:moveTo>
                  <a:lnTo>
                    <a:pt x="6303010" y="304800"/>
                  </a:lnTo>
                  <a:lnTo>
                    <a:pt x="630301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577583"/>
              <a:ext cx="405383" cy="28041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8288" y="6598919"/>
              <a:ext cx="344170" cy="259079"/>
            </a:xfrm>
            <a:custGeom>
              <a:avLst/>
              <a:gdLst/>
              <a:ahLst/>
              <a:cxnLst/>
              <a:rect l="l" t="t" r="r" b="b"/>
              <a:pathLst>
                <a:path w="344170" h="259079">
                  <a:moveTo>
                    <a:pt x="344043" y="0"/>
                  </a:moveTo>
                  <a:lnTo>
                    <a:pt x="0" y="0"/>
                  </a:lnTo>
                  <a:lnTo>
                    <a:pt x="0" y="259079"/>
                  </a:lnTo>
                  <a:lnTo>
                    <a:pt x="344043" y="259079"/>
                  </a:lnTo>
                  <a:lnTo>
                    <a:pt x="3440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5655" y="6577583"/>
              <a:ext cx="11896344" cy="28041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41376" y="6598919"/>
              <a:ext cx="11850370" cy="259079"/>
            </a:xfrm>
            <a:custGeom>
              <a:avLst/>
              <a:gdLst/>
              <a:ahLst/>
              <a:cxnLst/>
              <a:rect l="l" t="t" r="r" b="b"/>
              <a:pathLst>
                <a:path w="11850370" h="259079">
                  <a:moveTo>
                    <a:pt x="11850243" y="0"/>
                  </a:moveTo>
                  <a:lnTo>
                    <a:pt x="0" y="0"/>
                  </a:lnTo>
                  <a:lnTo>
                    <a:pt x="0" y="259079"/>
                  </a:lnTo>
                  <a:lnTo>
                    <a:pt x="11850243" y="259079"/>
                  </a:lnTo>
                  <a:lnTo>
                    <a:pt x="11850243" y="0"/>
                  </a:lnTo>
                  <a:close/>
                </a:path>
              </a:pathLst>
            </a:custGeom>
            <a:solidFill>
              <a:srgbClr val="FFD20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35735" y="2209800"/>
              <a:ext cx="11058144" cy="2578608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5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object 3"/>
            <p:cNvSpPr/>
            <p:nvPr/>
          </p:nvSpPr>
          <p:spPr>
            <a:xfrm>
              <a:off x="2660904" y="905255"/>
              <a:ext cx="6303010" cy="304800"/>
            </a:xfrm>
            <a:custGeom>
              <a:avLst/>
              <a:gdLst/>
              <a:ahLst/>
              <a:cxnLst/>
              <a:rect l="l" t="t" r="r" b="b"/>
              <a:pathLst>
                <a:path w="6303009" h="304800">
                  <a:moveTo>
                    <a:pt x="630301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6303010" y="304800"/>
                  </a:lnTo>
                  <a:lnTo>
                    <a:pt x="63030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662427" y="906780"/>
              <a:ext cx="6303010" cy="304800"/>
            </a:xfrm>
            <a:custGeom>
              <a:avLst/>
              <a:gdLst/>
              <a:ahLst/>
              <a:cxnLst/>
              <a:rect l="l" t="t" r="r" b="b"/>
              <a:pathLst>
                <a:path w="6303009" h="304800">
                  <a:moveTo>
                    <a:pt x="0" y="304800"/>
                  </a:moveTo>
                  <a:lnTo>
                    <a:pt x="6303010" y="304800"/>
                  </a:lnTo>
                  <a:lnTo>
                    <a:pt x="630301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577583"/>
              <a:ext cx="405383" cy="28041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8288" y="6598919"/>
              <a:ext cx="344170" cy="259079"/>
            </a:xfrm>
            <a:custGeom>
              <a:avLst/>
              <a:gdLst/>
              <a:ahLst/>
              <a:cxnLst/>
              <a:rect l="l" t="t" r="r" b="b"/>
              <a:pathLst>
                <a:path w="344170" h="259079">
                  <a:moveTo>
                    <a:pt x="344043" y="0"/>
                  </a:moveTo>
                  <a:lnTo>
                    <a:pt x="0" y="0"/>
                  </a:lnTo>
                  <a:lnTo>
                    <a:pt x="0" y="259079"/>
                  </a:lnTo>
                  <a:lnTo>
                    <a:pt x="344043" y="259079"/>
                  </a:lnTo>
                  <a:lnTo>
                    <a:pt x="3440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5655" y="6577583"/>
              <a:ext cx="11896344" cy="28041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41376" y="6598919"/>
              <a:ext cx="11850370" cy="259079"/>
            </a:xfrm>
            <a:custGeom>
              <a:avLst/>
              <a:gdLst/>
              <a:ahLst/>
              <a:cxnLst/>
              <a:rect l="l" t="t" r="r" b="b"/>
              <a:pathLst>
                <a:path w="11850370" h="259079">
                  <a:moveTo>
                    <a:pt x="11850243" y="0"/>
                  </a:moveTo>
                  <a:lnTo>
                    <a:pt x="0" y="0"/>
                  </a:lnTo>
                  <a:lnTo>
                    <a:pt x="0" y="259079"/>
                  </a:lnTo>
                  <a:lnTo>
                    <a:pt x="11850243" y="259079"/>
                  </a:lnTo>
                  <a:lnTo>
                    <a:pt x="11850243" y="0"/>
                  </a:lnTo>
                  <a:close/>
                </a:path>
              </a:pathLst>
            </a:custGeom>
            <a:solidFill>
              <a:srgbClr val="FFD20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1999" y="2441448"/>
              <a:ext cx="11405616" cy="2112264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5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object 3"/>
            <p:cNvSpPr/>
            <p:nvPr/>
          </p:nvSpPr>
          <p:spPr>
            <a:xfrm>
              <a:off x="2660904" y="905255"/>
              <a:ext cx="6303010" cy="304800"/>
            </a:xfrm>
            <a:custGeom>
              <a:avLst/>
              <a:gdLst/>
              <a:ahLst/>
              <a:cxnLst/>
              <a:rect l="l" t="t" r="r" b="b"/>
              <a:pathLst>
                <a:path w="6303009" h="304800">
                  <a:moveTo>
                    <a:pt x="630301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6303010" y="304800"/>
                  </a:lnTo>
                  <a:lnTo>
                    <a:pt x="63030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662427" y="906780"/>
              <a:ext cx="6303010" cy="304800"/>
            </a:xfrm>
            <a:custGeom>
              <a:avLst/>
              <a:gdLst/>
              <a:ahLst/>
              <a:cxnLst/>
              <a:rect l="l" t="t" r="r" b="b"/>
              <a:pathLst>
                <a:path w="6303009" h="304800">
                  <a:moveTo>
                    <a:pt x="0" y="304800"/>
                  </a:moveTo>
                  <a:lnTo>
                    <a:pt x="6303010" y="304800"/>
                  </a:lnTo>
                  <a:lnTo>
                    <a:pt x="630301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577583"/>
              <a:ext cx="405383" cy="28041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8288" y="6598919"/>
              <a:ext cx="344170" cy="259079"/>
            </a:xfrm>
            <a:custGeom>
              <a:avLst/>
              <a:gdLst/>
              <a:ahLst/>
              <a:cxnLst/>
              <a:rect l="l" t="t" r="r" b="b"/>
              <a:pathLst>
                <a:path w="344170" h="259079">
                  <a:moveTo>
                    <a:pt x="344043" y="0"/>
                  </a:moveTo>
                  <a:lnTo>
                    <a:pt x="0" y="0"/>
                  </a:lnTo>
                  <a:lnTo>
                    <a:pt x="0" y="259079"/>
                  </a:lnTo>
                  <a:lnTo>
                    <a:pt x="344043" y="259079"/>
                  </a:lnTo>
                  <a:lnTo>
                    <a:pt x="3440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5655" y="6577583"/>
              <a:ext cx="11896344" cy="28041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41376" y="6598919"/>
              <a:ext cx="11850370" cy="259079"/>
            </a:xfrm>
            <a:custGeom>
              <a:avLst/>
              <a:gdLst/>
              <a:ahLst/>
              <a:cxnLst/>
              <a:rect l="l" t="t" r="r" b="b"/>
              <a:pathLst>
                <a:path w="11850370" h="259079">
                  <a:moveTo>
                    <a:pt x="11850243" y="0"/>
                  </a:moveTo>
                  <a:lnTo>
                    <a:pt x="0" y="0"/>
                  </a:lnTo>
                  <a:lnTo>
                    <a:pt x="0" y="259079"/>
                  </a:lnTo>
                  <a:lnTo>
                    <a:pt x="11850243" y="259079"/>
                  </a:lnTo>
                  <a:lnTo>
                    <a:pt x="11850243" y="0"/>
                  </a:lnTo>
                  <a:close/>
                </a:path>
              </a:pathLst>
            </a:custGeom>
            <a:solidFill>
              <a:srgbClr val="FFD20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3399" y="1600200"/>
              <a:ext cx="11658600" cy="4114800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5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object 3"/>
            <p:cNvSpPr/>
            <p:nvPr/>
          </p:nvSpPr>
          <p:spPr>
            <a:xfrm>
              <a:off x="2660904" y="905255"/>
              <a:ext cx="6303010" cy="304800"/>
            </a:xfrm>
            <a:custGeom>
              <a:avLst/>
              <a:gdLst/>
              <a:ahLst/>
              <a:cxnLst/>
              <a:rect l="l" t="t" r="r" b="b"/>
              <a:pathLst>
                <a:path w="6303009" h="304800">
                  <a:moveTo>
                    <a:pt x="630301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6303010" y="304800"/>
                  </a:lnTo>
                  <a:lnTo>
                    <a:pt x="63030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662427" y="906780"/>
              <a:ext cx="6303010" cy="304800"/>
            </a:xfrm>
            <a:custGeom>
              <a:avLst/>
              <a:gdLst/>
              <a:ahLst/>
              <a:cxnLst/>
              <a:rect l="l" t="t" r="r" b="b"/>
              <a:pathLst>
                <a:path w="6303009" h="304800">
                  <a:moveTo>
                    <a:pt x="0" y="304800"/>
                  </a:moveTo>
                  <a:lnTo>
                    <a:pt x="6303010" y="304800"/>
                  </a:lnTo>
                  <a:lnTo>
                    <a:pt x="630301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577583"/>
              <a:ext cx="405383" cy="28041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8288" y="6598919"/>
              <a:ext cx="344170" cy="259079"/>
            </a:xfrm>
            <a:custGeom>
              <a:avLst/>
              <a:gdLst/>
              <a:ahLst/>
              <a:cxnLst/>
              <a:rect l="l" t="t" r="r" b="b"/>
              <a:pathLst>
                <a:path w="344170" h="259079">
                  <a:moveTo>
                    <a:pt x="344043" y="0"/>
                  </a:moveTo>
                  <a:lnTo>
                    <a:pt x="0" y="0"/>
                  </a:lnTo>
                  <a:lnTo>
                    <a:pt x="0" y="259079"/>
                  </a:lnTo>
                  <a:lnTo>
                    <a:pt x="344043" y="259079"/>
                  </a:lnTo>
                  <a:lnTo>
                    <a:pt x="3440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5655" y="6577583"/>
              <a:ext cx="11896344" cy="28041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41376" y="6598919"/>
              <a:ext cx="11850370" cy="259079"/>
            </a:xfrm>
            <a:custGeom>
              <a:avLst/>
              <a:gdLst/>
              <a:ahLst/>
              <a:cxnLst/>
              <a:rect l="l" t="t" r="r" b="b"/>
              <a:pathLst>
                <a:path w="11850370" h="259079">
                  <a:moveTo>
                    <a:pt x="11850243" y="0"/>
                  </a:moveTo>
                  <a:lnTo>
                    <a:pt x="0" y="0"/>
                  </a:lnTo>
                  <a:lnTo>
                    <a:pt x="0" y="259079"/>
                  </a:lnTo>
                  <a:lnTo>
                    <a:pt x="11850243" y="259079"/>
                  </a:lnTo>
                  <a:lnTo>
                    <a:pt x="11850243" y="0"/>
                  </a:lnTo>
                  <a:close/>
                </a:path>
              </a:pathLst>
            </a:custGeom>
            <a:solidFill>
              <a:srgbClr val="FFD20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4399" y="1807464"/>
              <a:ext cx="11277600" cy="3526536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5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Entrada de lápiz 10">
                <a:extLst>
                  <a:ext uri="{FF2B5EF4-FFF2-40B4-BE49-F238E27FC236}">
                    <a16:creationId xmlns:a16="http://schemas.microsoft.com/office/drawing/2014/main" id="{D46E5F9C-963D-A147-B3AA-4604646E6D1E}"/>
                  </a:ext>
                </a:extLst>
              </p14:cNvPr>
              <p14:cNvContentPartPr/>
              <p14:nvPr/>
            </p14:nvContentPartPr>
            <p14:xfrm>
              <a:off x="7101720" y="2549160"/>
              <a:ext cx="3958200" cy="1021680"/>
            </p14:xfrm>
          </p:contentPart>
        </mc:Choice>
        <mc:Fallback xmlns="">
          <p:pic>
            <p:nvPicPr>
              <p:cNvPr id="11" name="Entrada de lápiz 10">
                <a:extLst>
                  <a:ext uri="{FF2B5EF4-FFF2-40B4-BE49-F238E27FC236}">
                    <a16:creationId xmlns:a16="http://schemas.microsoft.com/office/drawing/2014/main" id="{D46E5F9C-963D-A147-B3AA-4604646E6D1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092360" y="2539800"/>
                <a:ext cx="3976920" cy="1040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object 3"/>
            <p:cNvSpPr/>
            <p:nvPr/>
          </p:nvSpPr>
          <p:spPr>
            <a:xfrm>
              <a:off x="2660904" y="905255"/>
              <a:ext cx="6303010" cy="304800"/>
            </a:xfrm>
            <a:custGeom>
              <a:avLst/>
              <a:gdLst/>
              <a:ahLst/>
              <a:cxnLst/>
              <a:rect l="l" t="t" r="r" b="b"/>
              <a:pathLst>
                <a:path w="6303009" h="304800">
                  <a:moveTo>
                    <a:pt x="630301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6303010" y="304800"/>
                  </a:lnTo>
                  <a:lnTo>
                    <a:pt x="63030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662427" y="906780"/>
              <a:ext cx="6303010" cy="304800"/>
            </a:xfrm>
            <a:custGeom>
              <a:avLst/>
              <a:gdLst/>
              <a:ahLst/>
              <a:cxnLst/>
              <a:rect l="l" t="t" r="r" b="b"/>
              <a:pathLst>
                <a:path w="6303009" h="304800">
                  <a:moveTo>
                    <a:pt x="0" y="304800"/>
                  </a:moveTo>
                  <a:lnTo>
                    <a:pt x="6303010" y="304800"/>
                  </a:lnTo>
                  <a:lnTo>
                    <a:pt x="630301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577583"/>
              <a:ext cx="405383" cy="28041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8288" y="6598919"/>
              <a:ext cx="344170" cy="259079"/>
            </a:xfrm>
            <a:custGeom>
              <a:avLst/>
              <a:gdLst/>
              <a:ahLst/>
              <a:cxnLst/>
              <a:rect l="l" t="t" r="r" b="b"/>
              <a:pathLst>
                <a:path w="344170" h="259079">
                  <a:moveTo>
                    <a:pt x="344043" y="0"/>
                  </a:moveTo>
                  <a:lnTo>
                    <a:pt x="0" y="0"/>
                  </a:lnTo>
                  <a:lnTo>
                    <a:pt x="0" y="259079"/>
                  </a:lnTo>
                  <a:lnTo>
                    <a:pt x="344043" y="259079"/>
                  </a:lnTo>
                  <a:lnTo>
                    <a:pt x="3440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5655" y="6577583"/>
              <a:ext cx="11896344" cy="28041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41376" y="6598919"/>
              <a:ext cx="11850370" cy="259079"/>
            </a:xfrm>
            <a:custGeom>
              <a:avLst/>
              <a:gdLst/>
              <a:ahLst/>
              <a:cxnLst/>
              <a:rect l="l" t="t" r="r" b="b"/>
              <a:pathLst>
                <a:path w="11850370" h="259079">
                  <a:moveTo>
                    <a:pt x="11850243" y="0"/>
                  </a:moveTo>
                  <a:lnTo>
                    <a:pt x="0" y="0"/>
                  </a:lnTo>
                  <a:lnTo>
                    <a:pt x="0" y="259079"/>
                  </a:lnTo>
                  <a:lnTo>
                    <a:pt x="11850243" y="259079"/>
                  </a:lnTo>
                  <a:lnTo>
                    <a:pt x="11850243" y="0"/>
                  </a:lnTo>
                  <a:close/>
                </a:path>
              </a:pathLst>
            </a:custGeom>
            <a:solidFill>
              <a:srgbClr val="FFD20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9599" y="1828800"/>
              <a:ext cx="11582400" cy="3346703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5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object 3"/>
            <p:cNvSpPr/>
            <p:nvPr/>
          </p:nvSpPr>
          <p:spPr>
            <a:xfrm>
              <a:off x="2660904" y="905255"/>
              <a:ext cx="6303010" cy="304800"/>
            </a:xfrm>
            <a:custGeom>
              <a:avLst/>
              <a:gdLst/>
              <a:ahLst/>
              <a:cxnLst/>
              <a:rect l="l" t="t" r="r" b="b"/>
              <a:pathLst>
                <a:path w="6303009" h="304800">
                  <a:moveTo>
                    <a:pt x="630301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6303010" y="304800"/>
                  </a:lnTo>
                  <a:lnTo>
                    <a:pt x="63030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662427" y="906780"/>
              <a:ext cx="6303010" cy="304800"/>
            </a:xfrm>
            <a:custGeom>
              <a:avLst/>
              <a:gdLst/>
              <a:ahLst/>
              <a:cxnLst/>
              <a:rect l="l" t="t" r="r" b="b"/>
              <a:pathLst>
                <a:path w="6303009" h="304800">
                  <a:moveTo>
                    <a:pt x="0" y="304800"/>
                  </a:moveTo>
                  <a:lnTo>
                    <a:pt x="6303010" y="304800"/>
                  </a:lnTo>
                  <a:lnTo>
                    <a:pt x="630301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577583"/>
              <a:ext cx="405383" cy="28041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8288" y="6598919"/>
              <a:ext cx="344170" cy="259079"/>
            </a:xfrm>
            <a:custGeom>
              <a:avLst/>
              <a:gdLst/>
              <a:ahLst/>
              <a:cxnLst/>
              <a:rect l="l" t="t" r="r" b="b"/>
              <a:pathLst>
                <a:path w="344170" h="259079">
                  <a:moveTo>
                    <a:pt x="344043" y="0"/>
                  </a:moveTo>
                  <a:lnTo>
                    <a:pt x="0" y="0"/>
                  </a:lnTo>
                  <a:lnTo>
                    <a:pt x="0" y="259079"/>
                  </a:lnTo>
                  <a:lnTo>
                    <a:pt x="344043" y="259079"/>
                  </a:lnTo>
                  <a:lnTo>
                    <a:pt x="3440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5655" y="6577583"/>
              <a:ext cx="11896344" cy="28041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41376" y="6598919"/>
              <a:ext cx="11850370" cy="259079"/>
            </a:xfrm>
            <a:custGeom>
              <a:avLst/>
              <a:gdLst/>
              <a:ahLst/>
              <a:cxnLst/>
              <a:rect l="l" t="t" r="r" b="b"/>
              <a:pathLst>
                <a:path w="11850370" h="259079">
                  <a:moveTo>
                    <a:pt x="11850243" y="0"/>
                  </a:moveTo>
                  <a:lnTo>
                    <a:pt x="0" y="0"/>
                  </a:lnTo>
                  <a:lnTo>
                    <a:pt x="0" y="259079"/>
                  </a:lnTo>
                  <a:lnTo>
                    <a:pt x="11850243" y="259079"/>
                  </a:lnTo>
                  <a:lnTo>
                    <a:pt x="11850243" y="0"/>
                  </a:lnTo>
                  <a:close/>
                </a:path>
              </a:pathLst>
            </a:custGeom>
            <a:solidFill>
              <a:srgbClr val="FFD20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7512" y="2057400"/>
              <a:ext cx="11524488" cy="2889504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5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object 3"/>
            <p:cNvSpPr/>
            <p:nvPr/>
          </p:nvSpPr>
          <p:spPr>
            <a:xfrm>
              <a:off x="2660904" y="905255"/>
              <a:ext cx="6303010" cy="304800"/>
            </a:xfrm>
            <a:custGeom>
              <a:avLst/>
              <a:gdLst/>
              <a:ahLst/>
              <a:cxnLst/>
              <a:rect l="l" t="t" r="r" b="b"/>
              <a:pathLst>
                <a:path w="6303009" h="304800">
                  <a:moveTo>
                    <a:pt x="630301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6303010" y="304800"/>
                  </a:lnTo>
                  <a:lnTo>
                    <a:pt x="63030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662427" y="906780"/>
              <a:ext cx="6303010" cy="304800"/>
            </a:xfrm>
            <a:custGeom>
              <a:avLst/>
              <a:gdLst/>
              <a:ahLst/>
              <a:cxnLst/>
              <a:rect l="l" t="t" r="r" b="b"/>
              <a:pathLst>
                <a:path w="6303009" h="304800">
                  <a:moveTo>
                    <a:pt x="0" y="304800"/>
                  </a:moveTo>
                  <a:lnTo>
                    <a:pt x="6303010" y="304800"/>
                  </a:lnTo>
                  <a:lnTo>
                    <a:pt x="630301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577583"/>
              <a:ext cx="405383" cy="28041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8288" y="6598919"/>
              <a:ext cx="344170" cy="259079"/>
            </a:xfrm>
            <a:custGeom>
              <a:avLst/>
              <a:gdLst/>
              <a:ahLst/>
              <a:cxnLst/>
              <a:rect l="l" t="t" r="r" b="b"/>
              <a:pathLst>
                <a:path w="344170" h="259079">
                  <a:moveTo>
                    <a:pt x="344043" y="0"/>
                  </a:moveTo>
                  <a:lnTo>
                    <a:pt x="0" y="0"/>
                  </a:lnTo>
                  <a:lnTo>
                    <a:pt x="0" y="259079"/>
                  </a:lnTo>
                  <a:lnTo>
                    <a:pt x="344043" y="259079"/>
                  </a:lnTo>
                  <a:lnTo>
                    <a:pt x="3440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5655" y="6577583"/>
              <a:ext cx="11896344" cy="28041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41376" y="6598919"/>
              <a:ext cx="11850370" cy="259079"/>
            </a:xfrm>
            <a:custGeom>
              <a:avLst/>
              <a:gdLst/>
              <a:ahLst/>
              <a:cxnLst/>
              <a:rect l="l" t="t" r="r" b="b"/>
              <a:pathLst>
                <a:path w="11850370" h="259079">
                  <a:moveTo>
                    <a:pt x="11850243" y="0"/>
                  </a:moveTo>
                  <a:lnTo>
                    <a:pt x="0" y="0"/>
                  </a:lnTo>
                  <a:lnTo>
                    <a:pt x="0" y="259079"/>
                  </a:lnTo>
                  <a:lnTo>
                    <a:pt x="11850243" y="259079"/>
                  </a:lnTo>
                  <a:lnTo>
                    <a:pt x="11850243" y="0"/>
                  </a:lnTo>
                  <a:close/>
                </a:path>
              </a:pathLst>
            </a:custGeom>
            <a:solidFill>
              <a:srgbClr val="FFD20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3399" y="1706879"/>
              <a:ext cx="11658600" cy="3608832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5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</Words>
  <Application>Microsoft Office PowerPoint</Application>
  <PresentationFormat>Panorámica</PresentationFormat>
  <Paragraphs>10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Tema de Office</vt:lpstr>
      <vt:lpstr>Cláusulas Clave en Contratos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Mario Salmona Petersen</dc:creator>
  <cp:lastModifiedBy>Mario Salmona Petersen</cp:lastModifiedBy>
  <cp:revision>1</cp:revision>
  <dcterms:created xsi:type="dcterms:W3CDTF">2025-05-09T13:58:04Z</dcterms:created>
  <dcterms:modified xsi:type="dcterms:W3CDTF">2025-05-09T13:59:39Z</dcterms:modified>
</cp:coreProperties>
</file>