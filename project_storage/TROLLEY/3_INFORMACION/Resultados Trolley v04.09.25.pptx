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16116" r:id="rId2"/>
    <p:sldId id="16119" r:id="rId3"/>
    <p:sldId id="16120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759D5-83BC-4B6E-987F-A3F163539962}" v="2" dt="2025-09-05T00:08:14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35" autoAdjust="0"/>
    <p:restoredTop sz="95146" autoAdjust="0"/>
  </p:normalViewPr>
  <p:slideViewPr>
    <p:cSldViewPr snapToGrid="0">
      <p:cViewPr>
        <p:scale>
          <a:sx n="100" d="100"/>
          <a:sy n="100" d="100"/>
        </p:scale>
        <p:origin x="144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Contuliano Castillo" userId="45de87fa-e263-4e7a-b299-27439da20a21" providerId="ADAL" clId="{945D9F0C-98F4-4BAA-88D0-30C8282E4347}"/>
    <pc:docChg chg="undo custSel addSld delSld modSld sldOrd">
      <pc:chgData name="Jose Contuliano Castillo" userId="45de87fa-e263-4e7a-b299-27439da20a21" providerId="ADAL" clId="{945D9F0C-98F4-4BAA-88D0-30C8282E4347}" dt="2025-06-27T16:15:25.395" v="1342" actId="1076"/>
      <pc:docMkLst>
        <pc:docMk/>
      </pc:docMkLst>
      <pc:sldChg chg="addSp delSp modSp mod ord">
        <pc:chgData name="Jose Contuliano Castillo" userId="45de87fa-e263-4e7a-b299-27439da20a21" providerId="ADAL" clId="{945D9F0C-98F4-4BAA-88D0-30C8282E4347}" dt="2025-06-27T16:15:25.395" v="1342" actId="1076"/>
        <pc:sldMkLst>
          <pc:docMk/>
          <pc:sldMk cId="3160352199" sldId="16088"/>
        </pc:sldMkLst>
      </pc:sldChg>
      <pc:sldChg chg="addSp delSp modSp del mod">
        <pc:chgData name="Jose Contuliano Castillo" userId="45de87fa-e263-4e7a-b299-27439da20a21" providerId="ADAL" clId="{945D9F0C-98F4-4BAA-88D0-30C8282E4347}" dt="2025-06-26T02:58:52.862" v="758" actId="47"/>
        <pc:sldMkLst>
          <pc:docMk/>
          <pc:sldMk cId="2705365457" sldId="16090"/>
        </pc:sldMkLst>
      </pc:sldChg>
      <pc:sldChg chg="modSp mod">
        <pc:chgData name="Jose Contuliano Castillo" userId="45de87fa-e263-4e7a-b299-27439da20a21" providerId="ADAL" clId="{945D9F0C-98F4-4BAA-88D0-30C8282E4347}" dt="2025-06-26T03:40:34.647" v="818" actId="20577"/>
        <pc:sldMkLst>
          <pc:docMk/>
          <pc:sldMk cId="463779444" sldId="16099"/>
        </pc:sldMkLst>
      </pc:sldChg>
      <pc:sldChg chg="addSp delSp modSp mod ord">
        <pc:chgData name="Jose Contuliano Castillo" userId="45de87fa-e263-4e7a-b299-27439da20a21" providerId="ADAL" clId="{945D9F0C-98F4-4BAA-88D0-30C8282E4347}" dt="2025-06-26T12:57:36.534" v="1072" actId="20577"/>
        <pc:sldMkLst>
          <pc:docMk/>
          <pc:sldMk cId="3181071093" sldId="16104"/>
        </pc:sldMkLst>
      </pc:sldChg>
      <pc:sldChg chg="modSp del mod">
        <pc:chgData name="Jose Contuliano Castillo" userId="45de87fa-e263-4e7a-b299-27439da20a21" providerId="ADAL" clId="{945D9F0C-98F4-4BAA-88D0-30C8282E4347}" dt="2025-06-26T03:03:50.020" v="766" actId="47"/>
        <pc:sldMkLst>
          <pc:docMk/>
          <pc:sldMk cId="3469869037" sldId="16105"/>
        </pc:sldMkLst>
      </pc:sldChg>
      <pc:sldChg chg="addSp delSp modSp del mod">
        <pc:chgData name="Jose Contuliano Castillo" userId="45de87fa-e263-4e7a-b299-27439da20a21" providerId="ADAL" clId="{945D9F0C-98F4-4BAA-88D0-30C8282E4347}" dt="2025-06-25T23:18:58.839" v="36" actId="47"/>
        <pc:sldMkLst>
          <pc:docMk/>
          <pc:sldMk cId="1937185584" sldId="16108"/>
        </pc:sldMkLst>
      </pc:sldChg>
      <pc:sldChg chg="addSp delSp modSp add del mod">
        <pc:chgData name="Jose Contuliano Castillo" userId="45de87fa-e263-4e7a-b299-27439da20a21" providerId="ADAL" clId="{945D9F0C-98F4-4BAA-88D0-30C8282E4347}" dt="2025-06-26T21:46:31.289" v="1340" actId="47"/>
        <pc:sldMkLst>
          <pc:docMk/>
          <pc:sldMk cId="3097518578" sldId="16109"/>
        </pc:sldMkLst>
      </pc:sldChg>
      <pc:sldChg chg="addSp delSp modSp add del mod">
        <pc:chgData name="Jose Contuliano Castillo" userId="45de87fa-e263-4e7a-b299-27439da20a21" providerId="ADAL" clId="{945D9F0C-98F4-4BAA-88D0-30C8282E4347}" dt="2025-06-25T23:21:02.180" v="52" actId="47"/>
        <pc:sldMkLst>
          <pc:docMk/>
          <pc:sldMk cId="4003169137" sldId="16110"/>
        </pc:sldMkLst>
      </pc:sldChg>
      <pc:sldChg chg="addSp delSp modSp add del mod">
        <pc:chgData name="Jose Contuliano Castillo" userId="45de87fa-e263-4e7a-b299-27439da20a21" providerId="ADAL" clId="{945D9F0C-98F4-4BAA-88D0-30C8282E4347}" dt="2025-06-26T14:06:54.270" v="1338" actId="47"/>
        <pc:sldMkLst>
          <pc:docMk/>
          <pc:sldMk cId="2439421229" sldId="16111"/>
        </pc:sldMkLst>
      </pc:sldChg>
      <pc:sldChg chg="addSp delSp modSp add mod">
        <pc:chgData name="Jose Contuliano Castillo" userId="45de87fa-e263-4e7a-b299-27439da20a21" providerId="ADAL" clId="{945D9F0C-98F4-4BAA-88D0-30C8282E4347}" dt="2025-06-26T14:02:10.161" v="1309" actId="167"/>
        <pc:sldMkLst>
          <pc:docMk/>
          <pc:sldMk cId="4292012626" sldId="16112"/>
        </pc:sldMkLst>
      </pc:sldChg>
      <pc:sldChg chg="delSp modSp add del mod">
        <pc:chgData name="Jose Contuliano Castillo" userId="45de87fa-e263-4e7a-b299-27439da20a21" providerId="ADAL" clId="{945D9F0C-98F4-4BAA-88D0-30C8282E4347}" dt="2025-06-25T23:25:30.075" v="166" actId="47"/>
        <pc:sldMkLst>
          <pc:docMk/>
          <pc:sldMk cId="4292957177" sldId="16112"/>
        </pc:sldMkLst>
      </pc:sldChg>
      <pc:sldChg chg="addSp delSp modSp add del mod ord">
        <pc:chgData name="Jose Contuliano Castillo" userId="45de87fa-e263-4e7a-b299-27439da20a21" providerId="ADAL" clId="{945D9F0C-98F4-4BAA-88D0-30C8282E4347}" dt="2025-06-26T04:19:01.863" v="994" actId="47"/>
        <pc:sldMkLst>
          <pc:docMk/>
          <pc:sldMk cId="1856102239" sldId="16113"/>
        </pc:sldMkLst>
      </pc:sldChg>
      <pc:sldChg chg="addSp delSp modSp add del mod">
        <pc:chgData name="Jose Contuliano Castillo" userId="45de87fa-e263-4e7a-b299-27439da20a21" providerId="ADAL" clId="{945D9F0C-98F4-4BAA-88D0-30C8282E4347}" dt="2025-06-26T01:39:06.371" v="574" actId="47"/>
        <pc:sldMkLst>
          <pc:docMk/>
          <pc:sldMk cId="1785333629" sldId="16114"/>
        </pc:sldMkLst>
      </pc:sldChg>
      <pc:sldChg chg="addSp delSp modSp add mod">
        <pc:chgData name="Jose Contuliano Castillo" userId="45de87fa-e263-4e7a-b299-27439da20a21" providerId="ADAL" clId="{945D9F0C-98F4-4BAA-88D0-30C8282E4347}" dt="2025-06-26T04:41:57.971" v="1011"/>
        <pc:sldMkLst>
          <pc:docMk/>
          <pc:sldMk cId="3088356331" sldId="16114"/>
        </pc:sldMkLst>
      </pc:sldChg>
      <pc:sldChg chg="addSp delSp modSp add mod ord">
        <pc:chgData name="Jose Contuliano Castillo" userId="45de87fa-e263-4e7a-b299-27439da20a21" providerId="ADAL" clId="{945D9F0C-98F4-4BAA-88D0-30C8282E4347}" dt="2025-06-26T13:15:28.677" v="1120" actId="1076"/>
        <pc:sldMkLst>
          <pc:docMk/>
          <pc:sldMk cId="1780773325" sldId="16115"/>
        </pc:sldMkLst>
      </pc:sldChg>
      <pc:sldChg chg="add del">
        <pc:chgData name="Jose Contuliano Castillo" userId="45de87fa-e263-4e7a-b299-27439da20a21" providerId="ADAL" clId="{945D9F0C-98F4-4BAA-88D0-30C8282E4347}" dt="2025-06-26T01:14:00.470" v="564" actId="47"/>
        <pc:sldMkLst>
          <pc:docMk/>
          <pc:sldMk cId="2796209199" sldId="16115"/>
        </pc:sldMkLst>
      </pc:sldChg>
      <pc:sldChg chg="addSp delSp modSp add mod">
        <pc:chgData name="Jose Contuliano Castillo" userId="45de87fa-e263-4e7a-b299-27439da20a21" providerId="ADAL" clId="{945D9F0C-98F4-4BAA-88D0-30C8282E4347}" dt="2025-06-26T13:16:58.449" v="1129" actId="1076"/>
        <pc:sldMkLst>
          <pc:docMk/>
          <pc:sldMk cId="2451698085" sldId="16116"/>
        </pc:sldMkLst>
      </pc:sldChg>
      <pc:sldChg chg="addSp delSp modSp add mod ord">
        <pc:chgData name="Jose Contuliano Castillo" userId="45de87fa-e263-4e7a-b299-27439da20a21" providerId="ADAL" clId="{945D9F0C-98F4-4BAA-88D0-30C8282E4347}" dt="2025-06-26T13:13:29.655" v="1095" actId="1076"/>
        <pc:sldMkLst>
          <pc:docMk/>
          <pc:sldMk cId="2976697622" sldId="16117"/>
        </pc:sldMkLst>
      </pc:sldChg>
      <pc:sldChg chg="addSp delSp modSp add mod">
        <pc:chgData name="Jose Contuliano Castillo" userId="45de87fa-e263-4e7a-b299-27439da20a21" providerId="ADAL" clId="{945D9F0C-98F4-4BAA-88D0-30C8282E4347}" dt="2025-06-26T13:58:54.102" v="1254" actId="1036"/>
        <pc:sldMkLst>
          <pc:docMk/>
          <pc:sldMk cId="3596145061" sldId="16118"/>
        </pc:sldMkLst>
      </pc:sldChg>
      <pc:sldChg chg="add">
        <pc:chgData name="Jose Contuliano Castillo" userId="45de87fa-e263-4e7a-b299-27439da20a21" providerId="ADAL" clId="{945D9F0C-98F4-4BAA-88D0-30C8282E4347}" dt="2025-06-26T21:46:25.652" v="1339"/>
        <pc:sldMkLst>
          <pc:docMk/>
          <pc:sldMk cId="1688346523" sldId="16119"/>
        </pc:sldMkLst>
      </pc:sldChg>
    </pc:docChg>
  </pc:docChgLst>
  <pc:docChgLst>
    <pc:chgData name="Jose Contuliano Castillo" userId="45de87fa-e263-4e7a-b299-27439da20a21" providerId="ADAL" clId="{502E4221-A9DD-41D1-AF66-0E78FCBCB0F6}"/>
    <pc:docChg chg="undo custSel addSld delSld modSld delMainMaster">
      <pc:chgData name="Jose Contuliano Castillo" userId="45de87fa-e263-4e7a-b299-27439da20a21" providerId="ADAL" clId="{502E4221-A9DD-41D1-AF66-0E78FCBCB0F6}" dt="2025-08-25T20:30:58.185" v="28" actId="14100"/>
      <pc:docMkLst>
        <pc:docMk/>
      </pc:docMkLst>
      <pc:sldChg chg="del">
        <pc:chgData name="Jose Contuliano Castillo" userId="45de87fa-e263-4e7a-b299-27439da20a21" providerId="ADAL" clId="{502E4221-A9DD-41D1-AF66-0E78FCBCB0F6}" dt="2025-08-25T19:37:44.621" v="8" actId="47"/>
        <pc:sldMkLst>
          <pc:docMk/>
          <pc:sldMk cId="3160352199" sldId="16088"/>
        </pc:sldMkLst>
      </pc:sldChg>
      <pc:sldChg chg="del">
        <pc:chgData name="Jose Contuliano Castillo" userId="45de87fa-e263-4e7a-b299-27439da20a21" providerId="ADAL" clId="{502E4221-A9DD-41D1-AF66-0E78FCBCB0F6}" dt="2025-08-25T19:37:42.416" v="3" actId="47"/>
        <pc:sldMkLst>
          <pc:docMk/>
          <pc:sldMk cId="463779444" sldId="16099"/>
        </pc:sldMkLst>
      </pc:sldChg>
      <pc:sldChg chg="del">
        <pc:chgData name="Jose Contuliano Castillo" userId="45de87fa-e263-4e7a-b299-27439da20a21" providerId="ADAL" clId="{502E4221-A9DD-41D1-AF66-0E78FCBCB0F6}" dt="2025-08-25T19:37:44.732" v="9" actId="47"/>
        <pc:sldMkLst>
          <pc:docMk/>
          <pc:sldMk cId="3181071093" sldId="16104"/>
        </pc:sldMkLst>
      </pc:sldChg>
      <pc:sldChg chg="del">
        <pc:chgData name="Jose Contuliano Castillo" userId="45de87fa-e263-4e7a-b299-27439da20a21" providerId="ADAL" clId="{502E4221-A9DD-41D1-AF66-0E78FCBCB0F6}" dt="2025-08-25T19:37:44.204" v="5" actId="47"/>
        <pc:sldMkLst>
          <pc:docMk/>
          <pc:sldMk cId="4292012626" sldId="16112"/>
        </pc:sldMkLst>
      </pc:sldChg>
      <pc:sldChg chg="del">
        <pc:chgData name="Jose Contuliano Castillo" userId="45de87fa-e263-4e7a-b299-27439da20a21" providerId="ADAL" clId="{502E4221-A9DD-41D1-AF66-0E78FCBCB0F6}" dt="2025-08-25T19:37:44.875" v="10" actId="47"/>
        <pc:sldMkLst>
          <pc:docMk/>
          <pc:sldMk cId="3088356331" sldId="16114"/>
        </pc:sldMkLst>
      </pc:sldChg>
      <pc:sldChg chg="addSp delSp modSp add del mod">
        <pc:chgData name="Jose Contuliano Castillo" userId="45de87fa-e263-4e7a-b299-27439da20a21" providerId="ADAL" clId="{502E4221-A9DD-41D1-AF66-0E78FCBCB0F6}" dt="2025-08-25T20:30:58.185" v="28" actId="14100"/>
        <pc:sldMkLst>
          <pc:docMk/>
          <pc:sldMk cId="1780773325" sldId="16115"/>
        </pc:sldMkLst>
      </pc:sldChg>
      <pc:sldChg chg="del">
        <pc:chgData name="Jose Contuliano Castillo" userId="45de87fa-e263-4e7a-b299-27439da20a21" providerId="ADAL" clId="{502E4221-A9DD-41D1-AF66-0E78FCBCB0F6}" dt="2025-08-25T19:37:45.001" v="11" actId="47"/>
        <pc:sldMkLst>
          <pc:docMk/>
          <pc:sldMk cId="2451698085" sldId="16116"/>
        </pc:sldMkLst>
      </pc:sldChg>
      <pc:sldChg chg="del">
        <pc:chgData name="Jose Contuliano Castillo" userId="45de87fa-e263-4e7a-b299-27439da20a21" providerId="ADAL" clId="{502E4221-A9DD-41D1-AF66-0E78FCBCB0F6}" dt="2025-08-25T19:37:44.475" v="7" actId="47"/>
        <pc:sldMkLst>
          <pc:docMk/>
          <pc:sldMk cId="2976697622" sldId="16117"/>
        </pc:sldMkLst>
      </pc:sldChg>
      <pc:sldChg chg="del">
        <pc:chgData name="Jose Contuliano Castillo" userId="45de87fa-e263-4e7a-b299-27439da20a21" providerId="ADAL" clId="{502E4221-A9DD-41D1-AF66-0E78FCBCB0F6}" dt="2025-08-25T19:37:44.077" v="4" actId="47"/>
        <pc:sldMkLst>
          <pc:docMk/>
          <pc:sldMk cId="3596145061" sldId="16118"/>
        </pc:sldMkLst>
      </pc:sldChg>
      <pc:sldChg chg="del">
        <pc:chgData name="Jose Contuliano Castillo" userId="45de87fa-e263-4e7a-b299-27439da20a21" providerId="ADAL" clId="{502E4221-A9DD-41D1-AF66-0E78FCBCB0F6}" dt="2025-08-25T19:37:44.335" v="6" actId="47"/>
        <pc:sldMkLst>
          <pc:docMk/>
          <pc:sldMk cId="1688346523" sldId="16119"/>
        </pc:sldMkLst>
      </pc:sldChg>
      <pc:sldChg chg="del">
        <pc:chgData name="Jose Contuliano Castillo" userId="45de87fa-e263-4e7a-b299-27439da20a21" providerId="ADAL" clId="{502E4221-A9DD-41D1-AF66-0E78FCBCB0F6}" dt="2025-08-25T19:37:45.160" v="12" actId="47"/>
        <pc:sldMkLst>
          <pc:docMk/>
          <pc:sldMk cId="3469439908" sldId="16120"/>
        </pc:sldMkLst>
      </pc:sldChg>
      <pc:sldChg chg="del">
        <pc:chgData name="Jose Contuliano Castillo" userId="45de87fa-e263-4e7a-b299-27439da20a21" providerId="ADAL" clId="{502E4221-A9DD-41D1-AF66-0E78FCBCB0F6}" dt="2025-08-25T19:37:45.271" v="13" actId="47"/>
        <pc:sldMkLst>
          <pc:docMk/>
          <pc:sldMk cId="1859268709" sldId="16121"/>
        </pc:sldMkLst>
      </pc:sldChg>
      <pc:sldChg chg="del">
        <pc:chgData name="Jose Contuliano Castillo" userId="45de87fa-e263-4e7a-b299-27439da20a21" providerId="ADAL" clId="{502E4221-A9DD-41D1-AF66-0E78FCBCB0F6}" dt="2025-08-25T19:37:45.556" v="15" actId="47"/>
        <pc:sldMkLst>
          <pc:docMk/>
          <pc:sldMk cId="116366986" sldId="16123"/>
        </pc:sldMkLst>
      </pc:sldChg>
      <pc:sldChg chg="del">
        <pc:chgData name="Jose Contuliano Castillo" userId="45de87fa-e263-4e7a-b299-27439da20a21" providerId="ADAL" clId="{502E4221-A9DD-41D1-AF66-0E78FCBCB0F6}" dt="2025-08-25T19:37:45.698" v="16" actId="47"/>
        <pc:sldMkLst>
          <pc:docMk/>
          <pc:sldMk cId="1250430407" sldId="16124"/>
        </pc:sldMkLst>
      </pc:sldChg>
      <pc:sldChg chg="del">
        <pc:chgData name="Jose Contuliano Castillo" userId="45de87fa-e263-4e7a-b299-27439da20a21" providerId="ADAL" clId="{502E4221-A9DD-41D1-AF66-0E78FCBCB0F6}" dt="2025-08-25T19:37:45.843" v="17" actId="47"/>
        <pc:sldMkLst>
          <pc:docMk/>
          <pc:sldMk cId="2920714522" sldId="16125"/>
        </pc:sldMkLst>
      </pc:sldChg>
      <pc:sldChg chg="del">
        <pc:chgData name="Jose Contuliano Castillo" userId="45de87fa-e263-4e7a-b299-27439da20a21" providerId="ADAL" clId="{502E4221-A9DD-41D1-AF66-0E78FCBCB0F6}" dt="2025-08-25T19:37:45.414" v="14" actId="47"/>
        <pc:sldMkLst>
          <pc:docMk/>
          <pc:sldMk cId="455846677" sldId="16126"/>
        </pc:sldMkLst>
      </pc:sldChg>
      <pc:sldMasterChg chg="del delSldLayout">
        <pc:chgData name="Jose Contuliano Castillo" userId="45de87fa-e263-4e7a-b299-27439da20a21" providerId="ADAL" clId="{502E4221-A9DD-41D1-AF66-0E78FCBCB0F6}" dt="2025-08-25T19:37:42.416" v="3" actId="47"/>
        <pc:sldMasterMkLst>
          <pc:docMk/>
          <pc:sldMasterMk cId="2044006141" sldId="2147483648"/>
        </pc:sldMasterMkLst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299581419" sldId="2147483649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604698830" sldId="2147483650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68897793" sldId="2147483651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3428984033" sldId="2147483652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3020495805" sldId="2147483653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900307731" sldId="2147483654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836823650" sldId="2147483655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180339667" sldId="2147483656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471022698" sldId="2147483657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34288415" sldId="2147483658"/>
          </pc:sldLayoutMkLst>
        </pc:sldLayoutChg>
        <pc:sldLayoutChg chg="del">
          <pc:chgData name="Jose Contuliano Castillo" userId="45de87fa-e263-4e7a-b299-27439da20a21" providerId="ADAL" clId="{502E4221-A9DD-41D1-AF66-0E78FCBCB0F6}" dt="2025-08-25T19:37:42.416" v="3" actId="47"/>
          <pc:sldLayoutMkLst>
            <pc:docMk/>
            <pc:sldMasterMk cId="2044006141" sldId="2147483648"/>
            <pc:sldLayoutMk cId="1588286599" sldId="2147483659"/>
          </pc:sldLayoutMkLst>
        </pc:sldLayoutChg>
      </pc:sldMasterChg>
    </pc:docChg>
  </pc:docChgLst>
  <pc:docChgLst>
    <pc:chgData name="Jose Contuliano Castillo" userId="45de87fa-e263-4e7a-b299-27439da20a21" providerId="ADAL" clId="{259759D5-83BC-4B6E-987F-A3F163539962}"/>
    <pc:docChg chg="undo custSel addSld delSld modSld">
      <pc:chgData name="Jose Contuliano Castillo" userId="45de87fa-e263-4e7a-b299-27439da20a21" providerId="ADAL" clId="{259759D5-83BC-4B6E-987F-A3F163539962}" dt="2025-09-05T00:12:16.636" v="206" actId="47"/>
      <pc:docMkLst>
        <pc:docMk/>
      </pc:docMkLst>
      <pc:sldChg chg="del">
        <pc:chgData name="Jose Contuliano Castillo" userId="45de87fa-e263-4e7a-b299-27439da20a21" providerId="ADAL" clId="{259759D5-83BC-4B6E-987F-A3F163539962}" dt="2025-09-04T22:15:39.181" v="68" actId="47"/>
        <pc:sldMkLst>
          <pc:docMk/>
          <pc:sldMk cId="1780773325" sldId="16115"/>
        </pc:sldMkLst>
      </pc:sldChg>
      <pc:sldChg chg="addSp delSp modSp add mod">
        <pc:chgData name="Jose Contuliano Castillo" userId="45de87fa-e263-4e7a-b299-27439da20a21" providerId="ADAL" clId="{259759D5-83BC-4B6E-987F-A3F163539962}" dt="2025-09-04T21:46:23.815" v="33" actId="732"/>
        <pc:sldMkLst>
          <pc:docMk/>
          <pc:sldMk cId="2757679865" sldId="16116"/>
        </pc:sldMkLst>
        <pc:picChg chg="add del mod modCrop">
          <ac:chgData name="Jose Contuliano Castillo" userId="45de87fa-e263-4e7a-b299-27439da20a21" providerId="ADAL" clId="{259759D5-83BC-4B6E-987F-A3F163539962}" dt="2025-09-04T21:45:04.620" v="16" actId="478"/>
          <ac:picMkLst>
            <pc:docMk/>
            <pc:sldMk cId="2757679865" sldId="16116"/>
            <ac:picMk id="3" creationId="{38E885DC-D07B-97A8-E309-801D1BDFD4D0}"/>
          </ac:picMkLst>
        </pc:picChg>
        <pc:picChg chg="del">
          <ac:chgData name="Jose Contuliano Castillo" userId="45de87fa-e263-4e7a-b299-27439da20a21" providerId="ADAL" clId="{259759D5-83BC-4B6E-987F-A3F163539962}" dt="2025-09-04T21:42:26.758" v="1" actId="478"/>
          <ac:picMkLst>
            <pc:docMk/>
            <pc:sldMk cId="2757679865" sldId="16116"/>
            <ac:picMk id="5" creationId="{8AFA3A4A-CB1A-C2E2-084B-5A060F2D3F31}"/>
          </ac:picMkLst>
        </pc:picChg>
        <pc:picChg chg="add mod ord modCrop">
          <ac:chgData name="Jose Contuliano Castillo" userId="45de87fa-e263-4e7a-b299-27439da20a21" providerId="ADAL" clId="{259759D5-83BC-4B6E-987F-A3F163539962}" dt="2025-09-04T21:46:23.815" v="33" actId="732"/>
          <ac:picMkLst>
            <pc:docMk/>
            <pc:sldMk cId="2757679865" sldId="16116"/>
            <ac:picMk id="6" creationId="{50FD98FA-5E71-B61E-71CC-B6ECE29A9D38}"/>
          </ac:picMkLst>
        </pc:picChg>
        <pc:picChg chg="del">
          <ac:chgData name="Jose Contuliano Castillo" userId="45de87fa-e263-4e7a-b299-27439da20a21" providerId="ADAL" clId="{259759D5-83BC-4B6E-987F-A3F163539962}" dt="2025-09-04T21:42:28.654" v="2" actId="478"/>
          <ac:picMkLst>
            <pc:docMk/>
            <pc:sldMk cId="2757679865" sldId="16116"/>
            <ac:picMk id="7" creationId="{9E4627A1-10D2-6DC1-16F7-3CB69EAAA86C}"/>
          </ac:picMkLst>
        </pc:picChg>
      </pc:sldChg>
      <pc:sldChg chg="addSp delSp modSp add del mod">
        <pc:chgData name="Jose Contuliano Castillo" userId="45de87fa-e263-4e7a-b299-27439da20a21" providerId="ADAL" clId="{259759D5-83BC-4B6E-987F-A3F163539962}" dt="2025-09-04T23:35:34.883" v="82" actId="47"/>
        <pc:sldMkLst>
          <pc:docMk/>
          <pc:sldMk cId="1714990375" sldId="16117"/>
        </pc:sldMkLst>
        <pc:picChg chg="add mod">
          <ac:chgData name="Jose Contuliano Castillo" userId="45de87fa-e263-4e7a-b299-27439da20a21" providerId="ADAL" clId="{259759D5-83BC-4B6E-987F-A3F163539962}" dt="2025-09-04T22:06:31.880" v="41" actId="1076"/>
          <ac:picMkLst>
            <pc:docMk/>
            <pc:sldMk cId="1714990375" sldId="16117"/>
            <ac:picMk id="3" creationId="{3A8B0C1C-0B6F-D99C-D3E1-C2F69689C3C5}"/>
          </ac:picMkLst>
        </pc:picChg>
        <pc:picChg chg="add mod ord">
          <ac:chgData name="Jose Contuliano Castillo" userId="45de87fa-e263-4e7a-b299-27439da20a21" providerId="ADAL" clId="{259759D5-83BC-4B6E-987F-A3F163539962}" dt="2025-09-04T22:14:09.550" v="61" actId="14100"/>
          <ac:picMkLst>
            <pc:docMk/>
            <pc:sldMk cId="1714990375" sldId="16117"/>
            <ac:picMk id="5" creationId="{63AEC8BA-EF69-6202-209B-D44F2461F0A1}"/>
          </ac:picMkLst>
        </pc:picChg>
        <pc:picChg chg="del">
          <ac:chgData name="Jose Contuliano Castillo" userId="45de87fa-e263-4e7a-b299-27439da20a21" providerId="ADAL" clId="{259759D5-83BC-4B6E-987F-A3F163539962}" dt="2025-09-04T21:46:38.731" v="35" actId="478"/>
          <ac:picMkLst>
            <pc:docMk/>
            <pc:sldMk cId="1714990375" sldId="16117"/>
            <ac:picMk id="6" creationId="{D289AA1E-CC9D-5F34-FDF0-A27CEC7C60F3}"/>
          </ac:picMkLst>
        </pc:picChg>
        <pc:picChg chg="add mod">
          <ac:chgData name="Jose Contuliano Castillo" userId="45de87fa-e263-4e7a-b299-27439da20a21" providerId="ADAL" clId="{259759D5-83BC-4B6E-987F-A3F163539962}" dt="2025-09-04T22:14:05.567" v="60" actId="14100"/>
          <ac:picMkLst>
            <pc:docMk/>
            <pc:sldMk cId="1714990375" sldId="16117"/>
            <ac:picMk id="8" creationId="{915F90CC-BD3A-9119-3E04-1CEDBD772701}"/>
          </ac:picMkLst>
        </pc:picChg>
        <pc:picChg chg="add mod ord">
          <ac:chgData name="Jose Contuliano Castillo" userId="45de87fa-e263-4e7a-b299-27439da20a21" providerId="ADAL" clId="{259759D5-83BC-4B6E-987F-A3F163539962}" dt="2025-09-04T22:13:08.794" v="59" actId="167"/>
          <ac:picMkLst>
            <pc:docMk/>
            <pc:sldMk cId="1714990375" sldId="16117"/>
            <ac:picMk id="10" creationId="{85F24C66-15A1-B2F2-3C8E-A94C3EDEBEF6}"/>
          </ac:picMkLst>
        </pc:picChg>
      </pc:sldChg>
      <pc:sldChg chg="addSp modSp add del mod">
        <pc:chgData name="Jose Contuliano Castillo" userId="45de87fa-e263-4e7a-b299-27439da20a21" providerId="ADAL" clId="{259759D5-83BC-4B6E-987F-A3F163539962}" dt="2025-09-04T23:50:13.732" v="89" actId="47"/>
        <pc:sldMkLst>
          <pc:docMk/>
          <pc:sldMk cId="1563935754" sldId="16118"/>
        </pc:sldMkLst>
        <pc:picChg chg="add mod">
          <ac:chgData name="Jose Contuliano Castillo" userId="45de87fa-e263-4e7a-b299-27439da20a21" providerId="ADAL" clId="{259759D5-83BC-4B6E-987F-A3F163539962}" dt="2025-09-04T22:15:15.746" v="67" actId="1076"/>
          <ac:picMkLst>
            <pc:docMk/>
            <pc:sldMk cId="1563935754" sldId="16118"/>
            <ac:picMk id="3" creationId="{69B10489-CC52-5320-A267-B5ED8C6B94CB}"/>
          </ac:picMkLst>
        </pc:picChg>
      </pc:sldChg>
      <pc:sldChg chg="addSp delSp modSp add mod">
        <pc:chgData name="Jose Contuliano Castillo" userId="45de87fa-e263-4e7a-b299-27439da20a21" providerId="ADAL" clId="{259759D5-83BC-4B6E-987F-A3F163539962}" dt="2025-09-05T00:11:23.419" v="205" actId="1035"/>
        <pc:sldMkLst>
          <pc:docMk/>
          <pc:sldMk cId="587538590" sldId="16119"/>
        </pc:sldMkLst>
        <pc:picChg chg="del">
          <ac:chgData name="Jose Contuliano Castillo" userId="45de87fa-e263-4e7a-b299-27439da20a21" providerId="ADAL" clId="{259759D5-83BC-4B6E-987F-A3F163539962}" dt="2025-09-04T23:35:14.345" v="78" actId="478"/>
          <ac:picMkLst>
            <pc:docMk/>
            <pc:sldMk cId="587538590" sldId="16119"/>
            <ac:picMk id="3" creationId="{306BE0BA-62EA-1647-BA6B-9BCDA7D07E37}"/>
          </ac:picMkLst>
        </pc:picChg>
        <pc:picChg chg="add mod modCrop">
          <ac:chgData name="Jose Contuliano Castillo" userId="45de87fa-e263-4e7a-b299-27439da20a21" providerId="ADAL" clId="{259759D5-83BC-4B6E-987F-A3F163539962}" dt="2025-09-05T00:10:54.834" v="192" actId="732"/>
          <ac:picMkLst>
            <pc:docMk/>
            <pc:sldMk cId="587538590" sldId="16119"/>
            <ac:picMk id="4" creationId="{5EE7F301-F5BF-F83A-7EFF-02C97E4862D1}"/>
          </ac:picMkLst>
        </pc:picChg>
        <pc:picChg chg="del">
          <ac:chgData name="Jose Contuliano Castillo" userId="45de87fa-e263-4e7a-b299-27439da20a21" providerId="ADAL" clId="{259759D5-83BC-4B6E-987F-A3F163539962}" dt="2025-09-04T23:34:08.267" v="71" actId="478"/>
          <ac:picMkLst>
            <pc:docMk/>
            <pc:sldMk cId="587538590" sldId="16119"/>
            <ac:picMk id="5" creationId="{CD87CD2F-B216-B966-8CA0-0FEC3CD66FC8}"/>
          </ac:picMkLst>
        </pc:picChg>
        <pc:picChg chg="add mod ord modCrop">
          <ac:chgData name="Jose Contuliano Castillo" userId="45de87fa-e263-4e7a-b299-27439da20a21" providerId="ADAL" clId="{259759D5-83BC-4B6E-987F-A3F163539962}" dt="2025-09-05T00:11:12.125" v="202" actId="1038"/>
          <ac:picMkLst>
            <pc:docMk/>
            <pc:sldMk cId="587538590" sldId="16119"/>
            <ac:picMk id="7" creationId="{FA4780E5-DAFA-C4FB-0F62-CC8198A9D844}"/>
          </ac:picMkLst>
        </pc:picChg>
        <pc:picChg chg="del">
          <ac:chgData name="Jose Contuliano Castillo" userId="45de87fa-e263-4e7a-b299-27439da20a21" providerId="ADAL" clId="{259759D5-83BC-4B6E-987F-A3F163539962}" dt="2025-09-04T23:34:06.621" v="70" actId="478"/>
          <ac:picMkLst>
            <pc:docMk/>
            <pc:sldMk cId="587538590" sldId="16119"/>
            <ac:picMk id="8" creationId="{D7A17C9D-D684-207C-D279-741B832880A0}"/>
          </ac:picMkLst>
        </pc:picChg>
        <pc:picChg chg="add del mod">
          <ac:chgData name="Jose Contuliano Castillo" userId="45de87fa-e263-4e7a-b299-27439da20a21" providerId="ADAL" clId="{259759D5-83BC-4B6E-987F-A3F163539962}" dt="2025-09-05T00:07:40.666" v="125" actId="478"/>
          <ac:picMkLst>
            <pc:docMk/>
            <pc:sldMk cId="587538590" sldId="16119"/>
            <ac:picMk id="9" creationId="{40855BD3-E262-207A-E6CA-038F2A96EB34}"/>
          </ac:picMkLst>
        </pc:picChg>
        <pc:picChg chg="mod ord">
          <ac:chgData name="Jose Contuliano Castillo" userId="45de87fa-e263-4e7a-b299-27439da20a21" providerId="ADAL" clId="{259759D5-83BC-4B6E-987F-A3F163539962}" dt="2025-09-05T00:11:23.419" v="205" actId="1035"/>
          <ac:picMkLst>
            <pc:docMk/>
            <pc:sldMk cId="587538590" sldId="16119"/>
            <ac:picMk id="10" creationId="{6FB905D5-5B92-647F-5A70-E514529FB045}"/>
          </ac:picMkLst>
        </pc:picChg>
        <pc:picChg chg="add del mod modCrop">
          <ac:chgData name="Jose Contuliano Castillo" userId="45de87fa-e263-4e7a-b299-27439da20a21" providerId="ADAL" clId="{259759D5-83BC-4B6E-987F-A3F163539962}" dt="2025-09-05T00:08:48.933" v="137" actId="478"/>
          <ac:picMkLst>
            <pc:docMk/>
            <pc:sldMk cId="587538590" sldId="16119"/>
            <ac:picMk id="11" creationId="{B159F763-3470-707E-C1F7-3867641F03CC}"/>
          </ac:picMkLst>
        </pc:picChg>
      </pc:sldChg>
      <pc:sldChg chg="addSp delSp modSp add mod">
        <pc:chgData name="Jose Contuliano Castillo" userId="45de87fa-e263-4e7a-b299-27439da20a21" providerId="ADAL" clId="{259759D5-83BC-4B6E-987F-A3F163539962}" dt="2025-09-04T23:49:29.892" v="88" actId="14100"/>
        <pc:sldMkLst>
          <pc:docMk/>
          <pc:sldMk cId="2194407190" sldId="16120"/>
        </pc:sldMkLst>
        <pc:picChg chg="del">
          <ac:chgData name="Jose Contuliano Castillo" userId="45de87fa-e263-4e7a-b299-27439da20a21" providerId="ADAL" clId="{259759D5-83BC-4B6E-987F-A3F163539962}" dt="2025-09-04T23:49:17.825" v="84" actId="478"/>
          <ac:picMkLst>
            <pc:docMk/>
            <pc:sldMk cId="2194407190" sldId="16120"/>
            <ac:picMk id="3" creationId="{E4795ABC-D212-5F0B-F0E9-A87DE50DB43D}"/>
          </ac:picMkLst>
        </pc:picChg>
        <pc:picChg chg="add mod">
          <ac:chgData name="Jose Contuliano Castillo" userId="45de87fa-e263-4e7a-b299-27439da20a21" providerId="ADAL" clId="{259759D5-83BC-4B6E-987F-A3F163539962}" dt="2025-09-04T23:49:29.892" v="88" actId="14100"/>
          <ac:picMkLst>
            <pc:docMk/>
            <pc:sldMk cId="2194407190" sldId="16120"/>
            <ac:picMk id="4" creationId="{A5FD31BB-B24D-65FE-A39D-A18F1BDFC7D4}"/>
          </ac:picMkLst>
        </pc:picChg>
      </pc:sldChg>
      <pc:sldChg chg="addSp delSp modSp add del mod">
        <pc:chgData name="Jose Contuliano Castillo" userId="45de87fa-e263-4e7a-b299-27439da20a21" providerId="ADAL" clId="{259759D5-83BC-4B6E-987F-A3F163539962}" dt="2025-09-05T00:12:16.636" v="206" actId="47"/>
        <pc:sldMkLst>
          <pc:docMk/>
          <pc:sldMk cId="1988242656" sldId="16121"/>
        </pc:sldMkLst>
        <pc:picChg chg="add mod">
          <ac:chgData name="Jose Contuliano Castillo" userId="45de87fa-e263-4e7a-b299-27439da20a21" providerId="ADAL" clId="{259759D5-83BC-4B6E-987F-A3F163539962}" dt="2025-09-05T00:04:33.527" v="94" actId="14100"/>
          <ac:picMkLst>
            <pc:docMk/>
            <pc:sldMk cId="1988242656" sldId="16121"/>
            <ac:picMk id="3" creationId="{70E1AE80-D56E-44A6-C46F-1FFDD388814B}"/>
          </ac:picMkLst>
        </pc:picChg>
        <pc:picChg chg="del">
          <ac:chgData name="Jose Contuliano Castillo" userId="45de87fa-e263-4e7a-b299-27439da20a21" providerId="ADAL" clId="{259759D5-83BC-4B6E-987F-A3F163539962}" dt="2025-09-05T00:04:26.404" v="91" actId="478"/>
          <ac:picMkLst>
            <pc:docMk/>
            <pc:sldMk cId="1988242656" sldId="16121"/>
            <ac:picMk id="4" creationId="{0F4FEA52-D808-19A9-FEBE-8ADA3499E053}"/>
          </ac:picMkLst>
        </pc:picChg>
      </pc:sldChg>
    </pc:docChg>
  </pc:docChgLst>
  <pc:docChgLst>
    <pc:chgData name="Jose Contuliano Castillo" userId="45de87fa-e263-4e7a-b299-27439da20a21" providerId="ADAL" clId="{A3DE5FFF-D492-414C-B1D5-35143ADC10A1}"/>
    <pc:docChg chg="custSel addSld delSld modSld">
      <pc:chgData name="Jose Contuliano Castillo" userId="45de87fa-e263-4e7a-b299-27439da20a21" providerId="ADAL" clId="{A3DE5FFF-D492-414C-B1D5-35143ADC10A1}" dt="2025-07-02T14:21:56.471" v="198" actId="47"/>
      <pc:docMkLst>
        <pc:docMk/>
      </pc:docMkLst>
      <pc:sldChg chg="add">
        <pc:chgData name="Jose Contuliano Castillo" userId="45de87fa-e263-4e7a-b299-27439da20a21" providerId="ADAL" clId="{A3DE5FFF-D492-414C-B1D5-35143ADC10A1}" dt="2025-07-01T20:42:55.666" v="0" actId="2890"/>
        <pc:sldMkLst>
          <pc:docMk/>
          <pc:sldMk cId="3469439908" sldId="16120"/>
        </pc:sldMkLst>
      </pc:sldChg>
      <pc:sldChg chg="addSp delSp modSp add mod">
        <pc:chgData name="Jose Contuliano Castillo" userId="45de87fa-e263-4e7a-b299-27439da20a21" providerId="ADAL" clId="{A3DE5FFF-D492-414C-B1D5-35143ADC10A1}" dt="2025-07-01T21:06:06.389" v="42" actId="1036"/>
        <pc:sldMkLst>
          <pc:docMk/>
          <pc:sldMk cId="1859268709" sldId="16121"/>
        </pc:sldMkLst>
      </pc:sldChg>
      <pc:sldChg chg="addSp delSp modSp add del mod">
        <pc:chgData name="Jose Contuliano Castillo" userId="45de87fa-e263-4e7a-b299-27439da20a21" providerId="ADAL" clId="{A3DE5FFF-D492-414C-B1D5-35143ADC10A1}" dt="2025-07-02T14:21:56.471" v="198" actId="47"/>
        <pc:sldMkLst>
          <pc:docMk/>
          <pc:sldMk cId="483536982" sldId="16122"/>
        </pc:sldMkLst>
      </pc:sldChg>
      <pc:sldChg chg="addSp delSp modSp add mod">
        <pc:chgData name="Jose Contuliano Castillo" userId="45de87fa-e263-4e7a-b299-27439da20a21" providerId="ADAL" clId="{A3DE5FFF-D492-414C-B1D5-35143ADC10A1}" dt="2025-07-01T21:43:59.196" v="148" actId="1035"/>
        <pc:sldMkLst>
          <pc:docMk/>
          <pc:sldMk cId="116366986" sldId="16123"/>
        </pc:sldMkLst>
      </pc:sldChg>
      <pc:sldChg chg="addSp delSp modSp add mod">
        <pc:chgData name="Jose Contuliano Castillo" userId="45de87fa-e263-4e7a-b299-27439da20a21" providerId="ADAL" clId="{A3DE5FFF-D492-414C-B1D5-35143ADC10A1}" dt="2025-07-01T21:43:44.745" v="136" actId="1036"/>
        <pc:sldMkLst>
          <pc:docMk/>
          <pc:sldMk cId="1250430407" sldId="16124"/>
        </pc:sldMkLst>
      </pc:sldChg>
      <pc:sldChg chg="addSp delSp modSp add mod">
        <pc:chgData name="Jose Contuliano Castillo" userId="45de87fa-e263-4e7a-b299-27439da20a21" providerId="ADAL" clId="{A3DE5FFF-D492-414C-B1D5-35143ADC10A1}" dt="2025-07-01T21:47:44.007" v="179" actId="478"/>
        <pc:sldMkLst>
          <pc:docMk/>
          <pc:sldMk cId="2920714522" sldId="16125"/>
        </pc:sldMkLst>
      </pc:sldChg>
      <pc:sldChg chg="addSp delSp modSp add mod">
        <pc:chgData name="Jose Contuliano Castillo" userId="45de87fa-e263-4e7a-b299-27439da20a21" providerId="ADAL" clId="{A3DE5FFF-D492-414C-B1D5-35143ADC10A1}" dt="2025-07-01T22:56:37.362" v="197" actId="1076"/>
        <pc:sldMkLst>
          <pc:docMk/>
          <pc:sldMk cId="455846677" sldId="161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00C13-CC3D-4BD1-B554-92E03D04A1A5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FC98A-6797-42A4-BA66-22C0B7DCA0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899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A600-743E-134E-AFB3-45578DAE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A7887D-6137-7A84-78AF-7E08B9035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CC43EC-7F3B-C003-B89D-F07D6955B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E1707-B447-6F1E-4DE0-A1973277B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FC98A-6797-42A4-BA66-22C0B7DCA031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0585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F572-0CE5-CC0F-EB18-FE101DB3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909E26-09DB-5E56-83C2-901C162B1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EF56E8-914A-4EF6-C63D-C773874BE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6889A8-8A9E-440B-F284-45EBE2DAE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FC98A-6797-42A4-BA66-22C0B7DCA031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99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B821-936E-061B-D596-1EBCA09C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8B0EDE-872B-77E5-64C5-8835355ED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9EB552-91E8-B2E1-8E19-F96A03EED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58C6B-DEB1-F948-CC25-1E3FFDCA0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FC98A-6797-42A4-BA66-22C0B7DCA031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349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F4B4F-A3D1-4ACA-A99F-7A2CFD457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F242C2-C3FA-16FD-6798-385FCD864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F2DCF7-4BF7-6C47-EE61-6EFBEDB4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80CB30-FB37-CB9D-D65F-A42AB0D2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A3AE46-F8C8-C401-4DB6-70E2C43C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86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D5839-6C88-B1E9-AAB7-3118AE59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55DAA-03BA-7CB3-62CE-37EB6313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6692E-CAEB-08BE-C689-B0924FA7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C2833-4C3D-7071-4FA8-A109F246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7B7919-F542-E88E-8C91-B04E5331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228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4779D-333E-EBB0-FAA5-C8A101C6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823B9E-7BEF-42CF-6A35-805CB649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F5EA57-D11A-C06D-05AA-EDB8433B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24DE13-86A2-BF3C-A9D1-45B8BB9B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7A4A4-7F0C-E077-FEEE-ABEA5C13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302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30D1-07B3-4BD4-6D84-4A835A76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EEB4B-0916-580B-C13F-2FB11E401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AFB842-9F04-2725-2C8F-44998AD74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789507-7D60-0E97-1E22-B58FA0E4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529658-E768-76A1-4EA7-C8C959DC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9D2021-913F-70C7-1DE1-DB31D545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28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F849E-B048-2E3E-5746-EF24C132B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B9BC91-0D33-8FA1-67FD-B73C108FE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D7D140-3D3E-D424-AF6C-060401EFE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133845-0054-4E44-1D5F-9BA8B696C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424087-4092-0BDC-294C-B9F52D5B4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055675-3EDD-6C5F-38C6-DE70F15E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AD4CA5-D0B7-A19A-9A42-78D2B1BD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C3128D-8851-CE64-C1C9-3C3B8F04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193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7F437-9096-A3E2-F43A-A1A615C9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78210B-947A-4328-198C-B4D2E0FB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88E6BF-9176-5D97-7A5A-95587F2F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EC94CB-DEE8-6FDD-ACBB-226A94F6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22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EEDBD2-34C9-1B18-14C8-E7FF6C26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AE1034-4D47-05C9-BA8E-92BC1481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715278-D62C-DBEF-8A09-23FDBC12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818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E7EFE-A301-1D7F-9379-C271317E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05B38-ED47-2796-7ACC-8C238AB47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0FA7DD-BD2D-3F56-F3A6-BB66DC950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DE55F1-D328-C0D5-6340-39DA6930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485FB9-BBDB-5E69-F23D-9225A2CE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9E8B85-518F-E5B5-E015-A1F6CB47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917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433DF-185D-EDD2-D5B8-09B09F0B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F7E2F9-6256-DDF8-36CC-C9EAFE808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573988-D82C-17C9-A39E-66A40D37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9DA76A-3F34-968B-F778-EB5026C3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E2484D-6F12-2999-421E-B4FDC324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E81F12-DAEF-B684-60D0-FF802DF4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25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9AFBF-EA28-D99C-82E1-A8F82407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25FC94-74B7-FBC2-DEE3-7A279E502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B85E2-A42E-970B-4B68-439269F8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A95F55-EDB0-F62E-940C-F36883BD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EAFA4F-838E-F852-41E7-D7B6E730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284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8CC19F-BA23-DA1C-CFEC-69F026BD7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02E07-5BEE-15A0-8941-6211A8722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CCEB75-83AA-F3F0-B40E-37666FA8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6C5DA3-C3FC-B5F8-6CBE-332AE4A1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DB4CF-E370-B7A5-5665-68ECBC4D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509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27BA71-11B9-4741-4364-2A198794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16EFF4-CFB8-BDC9-6570-E0B7B95A4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9B6A7F-62AC-0239-4962-D77393BB1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92B22-D7A2-4EC1-964D-C72ECEFCE0BD}" type="datetimeFigureOut">
              <a:rPr lang="es-CL" smtClean="0"/>
              <a:t>04-09-2025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5833C-38D3-3DBF-7F7E-574DDA53C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0897E5-96DF-CC37-2EA6-33EB19B8C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60DE1-10A6-4115-9A92-52F2C9D52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121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49EF-AD5E-245A-B838-4666B9AD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Diagrama de flujo: proceso alternativo 91">
            <a:extLst>
              <a:ext uri="{FF2B5EF4-FFF2-40B4-BE49-F238E27FC236}">
                <a16:creationId xmlns:a16="http://schemas.microsoft.com/office/drawing/2014/main" id="{2E541474-996A-EFA0-6C3B-BF91687F1C39}"/>
              </a:ext>
            </a:extLst>
          </p:cNvPr>
          <p:cNvSpPr/>
          <p:nvPr/>
        </p:nvSpPr>
        <p:spPr>
          <a:xfrm>
            <a:off x="324500" y="47254"/>
            <a:ext cx="11513558" cy="750379"/>
          </a:xfrm>
          <a:prstGeom prst="flowChartAlternateProcess">
            <a:avLst/>
          </a:prstGeom>
          <a:noFill/>
          <a:ln w="381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FD98FA-5E71-B61E-71CC-B6ECE29A9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" t="2394" r="1931" b="3335"/>
          <a:stretch>
            <a:fillRect/>
          </a:stretch>
        </p:blipFill>
        <p:spPr>
          <a:xfrm>
            <a:off x="-52387" y="-49329"/>
            <a:ext cx="12244388" cy="690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79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19D2-F093-3F3F-E7E8-9F69AEAF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Diagrama de flujo: proceso alternativo 91">
            <a:extLst>
              <a:ext uri="{FF2B5EF4-FFF2-40B4-BE49-F238E27FC236}">
                <a16:creationId xmlns:a16="http://schemas.microsoft.com/office/drawing/2014/main" id="{D2297F4A-BC9B-744F-0C80-A3B06EFB63F7}"/>
              </a:ext>
            </a:extLst>
          </p:cNvPr>
          <p:cNvSpPr/>
          <p:nvPr/>
        </p:nvSpPr>
        <p:spPr>
          <a:xfrm>
            <a:off x="324500" y="47254"/>
            <a:ext cx="11513558" cy="750379"/>
          </a:xfrm>
          <a:prstGeom prst="flowChartAlternateProcess">
            <a:avLst/>
          </a:prstGeom>
          <a:noFill/>
          <a:ln w="381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E7F301-F5BF-F83A-7EFF-02C97E48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15"/>
          <a:stretch>
            <a:fillRect/>
          </a:stretch>
        </p:blipFill>
        <p:spPr>
          <a:xfrm>
            <a:off x="534122" y="-1"/>
            <a:ext cx="10810154" cy="58698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A4780E5-DAFA-C4FB-0F62-CC8198A9D8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28" t="6761" r="6013" b="4816"/>
          <a:stretch>
            <a:fillRect/>
          </a:stretch>
        </p:blipFill>
        <p:spPr>
          <a:xfrm>
            <a:off x="6334125" y="911933"/>
            <a:ext cx="5000625" cy="50721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FB905D5-5B92-647F-5A70-E514529FB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9" y="5955536"/>
            <a:ext cx="10879779" cy="85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3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5DC0D-B638-8039-FCAD-9A846F11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Diagrama de flujo: proceso alternativo 91">
            <a:extLst>
              <a:ext uri="{FF2B5EF4-FFF2-40B4-BE49-F238E27FC236}">
                <a16:creationId xmlns:a16="http://schemas.microsoft.com/office/drawing/2014/main" id="{D36097AF-32A2-1EC6-28B9-6151606615F4}"/>
              </a:ext>
            </a:extLst>
          </p:cNvPr>
          <p:cNvSpPr/>
          <p:nvPr/>
        </p:nvSpPr>
        <p:spPr>
          <a:xfrm>
            <a:off x="324500" y="47254"/>
            <a:ext cx="11513558" cy="750379"/>
          </a:xfrm>
          <a:prstGeom prst="flowChartAlternateProcess">
            <a:avLst/>
          </a:prstGeom>
          <a:noFill/>
          <a:ln w="381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FD31BB-B24D-65FE-A39D-A18F1BDFC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39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07190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15565</TotalTime>
  <Words>3</Words>
  <Application>Microsoft Office PowerPoint</Application>
  <PresentationFormat>Panorámica</PresentationFormat>
  <Paragraphs>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2_Tema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TROLLEY</dc:title>
  <dc:creator>Carlos Swinburn Van Der Valk</dc:creator>
  <cp:lastModifiedBy>Jose Alejandro Contuliano</cp:lastModifiedBy>
  <cp:revision>54</cp:revision>
  <cp:lastPrinted>2024-10-10T13:29:08Z</cp:lastPrinted>
  <dcterms:created xsi:type="dcterms:W3CDTF">2024-07-01T18:14:23Z</dcterms:created>
  <dcterms:modified xsi:type="dcterms:W3CDTF">2025-09-05T00:12:26Z</dcterms:modified>
</cp:coreProperties>
</file>