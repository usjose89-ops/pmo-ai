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68" r:id="rId4"/>
    <p:sldId id="26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embeddedFontLs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  <p:embeddedFont>
      <p:font typeface="Urbanist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457A8-8F6C-49DC-A73F-A6383B643181}" v="28" dt="2026-01-26T19:25:28.157"/>
  </p1510:revLst>
</p1510:revInfo>
</file>

<file path=ppt/tableStyles.xml><?xml version="1.0" encoding="utf-8"?>
<a:tblStyleLst xmlns:a="http://schemas.openxmlformats.org/drawingml/2006/main" def="{F88A66F3-F591-4E99-A56B-1DB71D9FD405}">
  <a:tblStyle styleId="{F88A66F3-F591-4E99-A56B-1DB71D9FD40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Contuliano Castillo" userId="45de87fa-e263-4e7a-b299-27439da20a21" providerId="ADAL" clId="{E6990CA3-FCD1-4B6C-BEEB-FCCB246326A3}"/>
    <pc:docChg chg="undo custSel addSld modSld">
      <pc:chgData name="Jose Contuliano Castillo" userId="45de87fa-e263-4e7a-b299-27439da20a21" providerId="ADAL" clId="{E6990CA3-FCD1-4B6C-BEEB-FCCB246326A3}" dt="2026-01-26T19:29:52.389" v="982" actId="1076"/>
      <pc:docMkLst>
        <pc:docMk/>
      </pc:docMkLst>
      <pc:sldChg chg="modSp mod">
        <pc:chgData name="Jose Contuliano Castillo" userId="45de87fa-e263-4e7a-b299-27439da20a21" providerId="ADAL" clId="{E6990CA3-FCD1-4B6C-BEEB-FCCB246326A3}" dt="2026-01-26T18:53:48.193" v="434" actId="790"/>
        <pc:sldMkLst>
          <pc:docMk/>
          <pc:sldMk cId="0" sldId="256"/>
        </pc:sldMkLst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6"/>
            <ac:spMk id="87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6"/>
            <ac:spMk id="88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6"/>
            <ac:spMk id="89" creationId="{00000000-0000-0000-0000-000000000000}"/>
          </ac:spMkLst>
        </pc:spChg>
      </pc:sldChg>
      <pc:sldChg chg="modSp mod">
        <pc:chgData name="Jose Contuliano Castillo" userId="45de87fa-e263-4e7a-b299-27439da20a21" providerId="ADAL" clId="{E6990CA3-FCD1-4B6C-BEEB-FCCB246326A3}" dt="2026-01-26T18:53:48.193" v="434" actId="790"/>
        <pc:sldMkLst>
          <pc:docMk/>
          <pc:sldMk cId="0" sldId="257"/>
        </pc:sldMkLst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7"/>
            <ac:spMk id="4" creationId="{01B5A53F-0BAB-2DDF-BE9E-BD9F32C503EF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7"/>
            <ac:spMk id="5" creationId="{83DE5299-E8DD-0F96-6693-FA2A5B77F975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7"/>
            <ac:spMk id="6" creationId="{79150B5A-1385-A8C4-AEF3-B58AA08D1AC4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7"/>
            <ac:spMk id="97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7"/>
            <ac:spMk id="98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7"/>
            <ac:spMk id="105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7"/>
            <ac:spMk id="106" creationId="{00000000-0000-0000-0000-000000000000}"/>
          </ac:spMkLst>
        </pc:spChg>
      </pc:sldChg>
      <pc:sldChg chg="modSp mod">
        <pc:chgData name="Jose Contuliano Castillo" userId="45de87fa-e263-4e7a-b299-27439da20a21" providerId="ADAL" clId="{E6990CA3-FCD1-4B6C-BEEB-FCCB246326A3}" dt="2026-01-26T18:53:48.193" v="434" actId="790"/>
        <pc:sldMkLst>
          <pc:docMk/>
          <pc:sldMk cId="0" sldId="258"/>
        </pc:sldMkLst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8"/>
            <ac:spMk id="117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8"/>
            <ac:spMk id="122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8"/>
            <ac:spMk id="125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8"/>
            <ac:spMk id="127" creationId="{00000000-0000-0000-0000-000000000000}"/>
          </ac:spMkLst>
        </pc:spChg>
      </pc:sldChg>
      <pc:sldChg chg="modSp mod">
        <pc:chgData name="Jose Contuliano Castillo" userId="45de87fa-e263-4e7a-b299-27439da20a21" providerId="ADAL" clId="{E6990CA3-FCD1-4B6C-BEEB-FCCB246326A3}" dt="2026-01-26T19:22:04.513" v="810" actId="403"/>
        <pc:sldMkLst>
          <pc:docMk/>
          <pc:sldMk cId="0" sldId="259"/>
        </pc:sldMkLst>
        <pc:spChg chg="mod">
          <ac:chgData name="Jose Contuliano Castillo" userId="45de87fa-e263-4e7a-b299-27439da20a21" providerId="ADAL" clId="{E6990CA3-FCD1-4B6C-BEEB-FCCB246326A3}" dt="2026-01-26T19:22:04.513" v="810" actId="403"/>
          <ac:spMkLst>
            <pc:docMk/>
            <pc:sldMk cId="0" sldId="259"/>
            <ac:spMk id="141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9"/>
            <ac:spMk id="144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9"/>
            <ac:spMk id="145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9"/>
            <ac:spMk id="147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9"/>
            <ac:spMk id="148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9"/>
            <ac:spMk id="150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9"/>
            <ac:spMk id="155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9"/>
            <ac:spMk id="158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9"/>
            <ac:spMk id="159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59"/>
            <ac:spMk id="160" creationId="{00000000-0000-0000-0000-000000000000}"/>
          </ac:spMkLst>
        </pc:spChg>
      </pc:sldChg>
      <pc:sldChg chg="modSp mod">
        <pc:chgData name="Jose Contuliano Castillo" userId="45de87fa-e263-4e7a-b299-27439da20a21" providerId="ADAL" clId="{E6990CA3-FCD1-4B6C-BEEB-FCCB246326A3}" dt="2026-01-26T18:53:48.193" v="434" actId="790"/>
        <pc:sldMkLst>
          <pc:docMk/>
          <pc:sldMk cId="0" sldId="260"/>
        </pc:sldMkLst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0"/>
            <ac:spMk id="169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0"/>
            <ac:spMk id="170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0"/>
            <ac:spMk id="171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0"/>
            <ac:spMk id="172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0"/>
            <ac:spMk id="173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0"/>
            <ac:spMk id="174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0"/>
            <ac:spMk id="175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0"/>
            <ac:spMk id="179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0"/>
            <ac:spMk id="180" creationId="{00000000-0000-0000-0000-000000000000}"/>
          </ac:spMkLst>
        </pc:spChg>
      </pc:sldChg>
      <pc:sldChg chg="modSp mod">
        <pc:chgData name="Jose Contuliano Castillo" userId="45de87fa-e263-4e7a-b299-27439da20a21" providerId="ADAL" clId="{E6990CA3-FCD1-4B6C-BEEB-FCCB246326A3}" dt="2026-01-26T18:53:48.193" v="434" actId="790"/>
        <pc:sldMkLst>
          <pc:docMk/>
          <pc:sldMk cId="0" sldId="261"/>
        </pc:sldMkLst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1"/>
            <ac:spMk id="187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1"/>
            <ac:spMk id="189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1"/>
            <ac:spMk id="190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1"/>
            <ac:spMk id="191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1"/>
            <ac:spMk id="192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1"/>
            <ac:spMk id="193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1"/>
            <ac:spMk id="194" creationId="{00000000-0000-0000-0000-000000000000}"/>
          </ac:spMkLst>
        </pc:spChg>
      </pc:sldChg>
      <pc:sldChg chg="modSp mod">
        <pc:chgData name="Jose Contuliano Castillo" userId="45de87fa-e263-4e7a-b299-27439da20a21" providerId="ADAL" clId="{E6990CA3-FCD1-4B6C-BEEB-FCCB246326A3}" dt="2026-01-26T18:53:48.193" v="434" actId="790"/>
        <pc:sldMkLst>
          <pc:docMk/>
          <pc:sldMk cId="0" sldId="262"/>
        </pc:sldMkLst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2"/>
            <ac:spMk id="205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2"/>
            <ac:spMk id="206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2"/>
            <ac:spMk id="207" creationId="{00000000-0000-0000-0000-000000000000}"/>
          </ac:spMkLst>
        </pc:spChg>
      </pc:sldChg>
      <pc:sldChg chg="modSp mod">
        <pc:chgData name="Jose Contuliano Castillo" userId="45de87fa-e263-4e7a-b299-27439da20a21" providerId="ADAL" clId="{E6990CA3-FCD1-4B6C-BEEB-FCCB246326A3}" dt="2026-01-26T18:53:48.193" v="434" actId="790"/>
        <pc:sldMkLst>
          <pc:docMk/>
          <pc:sldMk cId="0" sldId="263"/>
        </pc:sldMkLst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3"/>
            <ac:spMk id="213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3"/>
            <ac:spMk id="216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3"/>
            <ac:spMk id="218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3"/>
            <ac:spMk id="220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3"/>
            <ac:spMk id="222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3"/>
            <ac:spMk id="223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3"/>
            <ac:spMk id="224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3"/>
            <ac:spMk id="226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3"/>
            <ac:spMk id="227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3"/>
            <ac:spMk id="230" creationId="{00000000-0000-0000-0000-000000000000}"/>
          </ac:spMkLst>
        </pc:spChg>
      </pc:sldChg>
      <pc:sldChg chg="modSp mod">
        <pc:chgData name="Jose Contuliano Castillo" userId="45de87fa-e263-4e7a-b299-27439da20a21" providerId="ADAL" clId="{E6990CA3-FCD1-4B6C-BEEB-FCCB246326A3}" dt="2026-01-26T18:53:48.193" v="434" actId="790"/>
        <pc:sldMkLst>
          <pc:docMk/>
          <pc:sldMk cId="0" sldId="264"/>
        </pc:sldMkLst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4"/>
            <ac:spMk id="238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4"/>
            <ac:spMk id="239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4"/>
            <ac:spMk id="241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4"/>
            <ac:spMk id="242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4"/>
            <ac:spMk id="243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4"/>
            <ac:spMk id="244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4"/>
            <ac:spMk id="245" creationId="{00000000-0000-0000-0000-000000000000}"/>
          </ac:spMkLst>
        </pc:spChg>
      </pc:sldChg>
      <pc:sldChg chg="modSp mod">
        <pc:chgData name="Jose Contuliano Castillo" userId="45de87fa-e263-4e7a-b299-27439da20a21" providerId="ADAL" clId="{E6990CA3-FCD1-4B6C-BEEB-FCCB246326A3}" dt="2026-01-26T18:53:48.193" v="434" actId="790"/>
        <pc:sldMkLst>
          <pc:docMk/>
          <pc:sldMk cId="0" sldId="265"/>
        </pc:sldMkLst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5"/>
            <ac:spMk id="257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5"/>
            <ac:spMk id="258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5"/>
            <ac:spMk id="259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5"/>
            <ac:spMk id="260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5"/>
            <ac:spMk id="261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5"/>
            <ac:spMk id="262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5"/>
            <ac:spMk id="263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5"/>
            <ac:spMk id="264" creationId="{00000000-0000-0000-0000-000000000000}"/>
          </ac:spMkLst>
        </pc:spChg>
      </pc:sldChg>
      <pc:sldChg chg="modSp mod">
        <pc:chgData name="Jose Contuliano Castillo" userId="45de87fa-e263-4e7a-b299-27439da20a21" providerId="ADAL" clId="{E6990CA3-FCD1-4B6C-BEEB-FCCB246326A3}" dt="2026-01-26T18:53:48.193" v="434" actId="790"/>
        <pc:sldMkLst>
          <pc:docMk/>
          <pc:sldMk cId="0" sldId="266"/>
        </pc:sldMkLst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6"/>
            <ac:spMk id="270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6"/>
            <ac:spMk id="271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0" sldId="266"/>
            <ac:spMk id="273" creationId="{00000000-0000-0000-0000-000000000000}"/>
          </ac:spMkLst>
        </pc:spChg>
      </pc:sldChg>
      <pc:sldChg chg="addSp delSp modSp mod">
        <pc:chgData name="Jose Contuliano Castillo" userId="45de87fa-e263-4e7a-b299-27439da20a21" providerId="ADAL" clId="{E6990CA3-FCD1-4B6C-BEEB-FCCB246326A3}" dt="2026-01-26T18:53:48.193" v="434" actId="790"/>
        <pc:sldMkLst>
          <pc:docMk/>
          <pc:sldMk cId="2984998870" sldId="268"/>
        </pc:sldMkLst>
        <pc:spChg chg="add del">
          <ac:chgData name="Jose Contuliano Castillo" userId="45de87fa-e263-4e7a-b299-27439da20a21" providerId="ADAL" clId="{E6990CA3-FCD1-4B6C-BEEB-FCCB246326A3}" dt="2026-01-26T18:48:30.722" v="382" actId="22"/>
          <ac:spMkLst>
            <pc:docMk/>
            <pc:sldMk cId="2984998870" sldId="268"/>
            <ac:spMk id="3" creationId="{CCE4772F-90C8-D7E9-9EEC-ACB6EC1012E2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2984998870" sldId="268"/>
            <ac:spMk id="97" creationId="{B2A4EC0D-611C-4DD3-D110-823B9326273E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2984998870" sldId="268"/>
            <ac:spMk id="98" creationId="{645884DF-1236-023D-20B0-03EC23D0C2EB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2984998870" sldId="268"/>
            <ac:spMk id="99" creationId="{BD6AF494-DBC6-AD58-4B8E-B90499FF6A35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2984998870" sldId="268"/>
            <ac:spMk id="100" creationId="{04BDA12A-4581-3A21-C036-C90EA82EBEBA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2984998870" sldId="268"/>
            <ac:spMk id="101" creationId="{4AF3ECDB-82DA-1024-C2C1-401E80C8A0C1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2984998870" sldId="268"/>
            <ac:spMk id="102" creationId="{DC900D9C-B45C-FF9B-2371-E02F2F8EB258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2984998870" sldId="268"/>
            <ac:spMk id="103" creationId="{58A46005-7725-E533-C738-56D445F00BDB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2984998870" sldId="268"/>
            <ac:spMk id="104" creationId="{0988A6D9-32B7-2443-0699-3B0036D17523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2984998870" sldId="268"/>
            <ac:spMk id="105" creationId="{B92B9BAE-056D-368E-8580-90EC6C7165A2}"/>
          </ac:spMkLst>
        </pc:spChg>
        <pc:spChg chg="mod">
          <ac:chgData name="Jose Contuliano Castillo" userId="45de87fa-e263-4e7a-b299-27439da20a21" providerId="ADAL" clId="{E6990CA3-FCD1-4B6C-BEEB-FCCB246326A3}" dt="2026-01-26T18:53:48.193" v="434" actId="790"/>
          <ac:spMkLst>
            <pc:docMk/>
            <pc:sldMk cId="2984998870" sldId="268"/>
            <ac:spMk id="106" creationId="{D73BEE91-BC5B-2504-9304-C0B862D1F781}"/>
          </ac:spMkLst>
        </pc:spChg>
      </pc:sldChg>
      <pc:sldChg chg="addSp delSp modSp add mod setBg modNotes">
        <pc:chgData name="Jose Contuliano Castillo" userId="45de87fa-e263-4e7a-b299-27439da20a21" providerId="ADAL" clId="{E6990CA3-FCD1-4B6C-BEEB-FCCB246326A3}" dt="2026-01-26T19:29:52.389" v="982" actId="1076"/>
        <pc:sldMkLst>
          <pc:docMk/>
          <pc:sldMk cId="0" sldId="269"/>
        </pc:sldMkLst>
        <pc:spChg chg="add del">
          <ac:chgData name="Jose Contuliano Castillo" userId="45de87fa-e263-4e7a-b299-27439da20a21" providerId="ADAL" clId="{E6990CA3-FCD1-4B6C-BEEB-FCCB246326A3}" dt="2026-01-26T19:08:45.374" v="694" actId="22"/>
          <ac:spMkLst>
            <pc:docMk/>
            <pc:sldMk cId="0" sldId="269"/>
            <ac:spMk id="37" creationId="{9D45052B-D74B-6A70-D80B-8E2FB5FF8DA4}"/>
          </ac:spMkLst>
        </pc:spChg>
        <pc:spChg chg="add mod">
          <ac:chgData name="Jose Contuliano Castillo" userId="45de87fa-e263-4e7a-b299-27439da20a21" providerId="ADAL" clId="{E6990CA3-FCD1-4B6C-BEEB-FCCB246326A3}" dt="2026-01-26T19:26:02.559" v="912" actId="1076"/>
          <ac:spMkLst>
            <pc:docMk/>
            <pc:sldMk cId="0" sldId="269"/>
            <ac:spMk id="38" creationId="{E495EE76-B296-D832-C6F4-5120065426AA}"/>
          </ac:spMkLst>
        </pc:spChg>
        <pc:spChg chg="add del">
          <ac:chgData name="Jose Contuliano Castillo" userId="45de87fa-e263-4e7a-b299-27439da20a21" providerId="ADAL" clId="{E6990CA3-FCD1-4B6C-BEEB-FCCB246326A3}" dt="2026-01-26T19:09:07.366" v="705" actId="22"/>
          <ac:spMkLst>
            <pc:docMk/>
            <pc:sldMk cId="0" sldId="269"/>
            <ac:spMk id="40" creationId="{33AE741A-B45D-3F64-086C-F2880FBD281E}"/>
          </ac:spMkLst>
        </pc:spChg>
        <pc:spChg chg="add del">
          <ac:chgData name="Jose Contuliano Castillo" userId="45de87fa-e263-4e7a-b299-27439da20a21" providerId="ADAL" clId="{E6990CA3-FCD1-4B6C-BEEB-FCCB246326A3}" dt="2026-01-26T19:09:10.382" v="707" actId="22"/>
          <ac:spMkLst>
            <pc:docMk/>
            <pc:sldMk cId="0" sldId="269"/>
            <ac:spMk id="42" creationId="{746C4820-718F-B1B8-BB63-F6A3FE342FA6}"/>
          </ac:spMkLst>
        </pc:spChg>
        <pc:spChg chg="add mod">
          <ac:chgData name="Jose Contuliano Castillo" userId="45de87fa-e263-4e7a-b299-27439da20a21" providerId="ADAL" clId="{E6990CA3-FCD1-4B6C-BEEB-FCCB246326A3}" dt="2026-01-26T19:26:35.697" v="916" actId="1076"/>
          <ac:spMkLst>
            <pc:docMk/>
            <pc:sldMk cId="0" sldId="269"/>
            <ac:spMk id="43" creationId="{BE0FF5B8-40A1-7FC5-7BBD-B8981E41D47D}"/>
          </ac:spMkLst>
        </pc:spChg>
        <pc:spChg chg="add del mod">
          <ac:chgData name="Jose Contuliano Castillo" userId="45de87fa-e263-4e7a-b299-27439da20a21" providerId="ADAL" clId="{E6990CA3-FCD1-4B6C-BEEB-FCCB246326A3}" dt="2026-01-26T19:24:34.667" v="843" actId="478"/>
          <ac:spMkLst>
            <pc:docMk/>
            <pc:sldMk cId="0" sldId="269"/>
            <ac:spMk id="50" creationId="{B3E36D43-2D97-A7E1-7037-639DA054E836}"/>
          </ac:spMkLst>
        </pc:spChg>
        <pc:spChg chg="add del mod">
          <ac:chgData name="Jose Contuliano Castillo" userId="45de87fa-e263-4e7a-b299-27439da20a21" providerId="ADAL" clId="{E6990CA3-FCD1-4B6C-BEEB-FCCB246326A3}" dt="2026-01-26T19:24:36.107" v="844" actId="478"/>
          <ac:spMkLst>
            <pc:docMk/>
            <pc:sldMk cId="0" sldId="269"/>
            <ac:spMk id="51" creationId="{BA85D708-1CEF-5DC6-E48F-7D60B61BFA27}"/>
          </ac:spMkLst>
        </pc:spChg>
        <pc:spChg chg="add mod">
          <ac:chgData name="Jose Contuliano Castillo" userId="45de87fa-e263-4e7a-b299-27439da20a21" providerId="ADAL" clId="{E6990CA3-FCD1-4B6C-BEEB-FCCB246326A3}" dt="2026-01-26T19:24:58.531" v="873" actId="20577"/>
          <ac:spMkLst>
            <pc:docMk/>
            <pc:sldMk cId="0" sldId="269"/>
            <ac:spMk id="53" creationId="{33CB778C-CCE4-47D4-6ADE-14C2A1B7FC72}"/>
          </ac:spMkLst>
        </pc:spChg>
        <pc:spChg chg="add mod">
          <ac:chgData name="Jose Contuliano Castillo" userId="45de87fa-e263-4e7a-b299-27439da20a21" providerId="ADAL" clId="{E6990CA3-FCD1-4B6C-BEEB-FCCB246326A3}" dt="2026-01-26T19:24:43.578" v="847" actId="1076"/>
          <ac:spMkLst>
            <pc:docMk/>
            <pc:sldMk cId="0" sldId="269"/>
            <ac:spMk id="54" creationId="{07672EC2-E709-FB03-8239-B2655D05DF1D}"/>
          </ac:spMkLst>
        </pc:spChg>
        <pc:spChg chg="mod">
          <ac:chgData name="Jose Contuliano Castillo" userId="45de87fa-e263-4e7a-b299-27439da20a21" providerId="ADAL" clId="{E6990CA3-FCD1-4B6C-BEEB-FCCB246326A3}" dt="2026-01-26T18:58:45.176" v="486" actId="403"/>
          <ac:spMkLst>
            <pc:docMk/>
            <pc:sldMk cId="0" sldId="269"/>
            <ac:spMk id="108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9:16:52.280" v="722" actId="20577"/>
          <ac:spMkLst>
            <pc:docMk/>
            <pc:sldMk cId="0" sldId="269"/>
            <ac:spMk id="109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8:55:48.204" v="466" actId="1076"/>
          <ac:spMkLst>
            <pc:docMk/>
            <pc:sldMk cId="0" sldId="269"/>
            <ac:spMk id="110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9:17:04.641" v="724" actId="20577"/>
          <ac:spMkLst>
            <pc:docMk/>
            <pc:sldMk cId="0" sldId="269"/>
            <ac:spMk id="111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9:28:11.243" v="946" actId="20577"/>
          <ac:spMkLst>
            <pc:docMk/>
            <pc:sldMk cId="0" sldId="269"/>
            <ac:spMk id="112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9:17:09.882" v="726" actId="20577"/>
          <ac:spMkLst>
            <pc:docMk/>
            <pc:sldMk cId="0" sldId="269"/>
            <ac:spMk id="113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9:29:36.679" v="977" actId="20577"/>
          <ac:spMkLst>
            <pc:docMk/>
            <pc:sldMk cId="0" sldId="269"/>
            <ac:spMk id="114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9:29:52.389" v="982" actId="1076"/>
          <ac:spMkLst>
            <pc:docMk/>
            <pc:sldMk cId="0" sldId="269"/>
            <ac:spMk id="115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9:26:14.416" v="914" actId="6549"/>
          <ac:spMkLst>
            <pc:docMk/>
            <pc:sldMk cId="0" sldId="269"/>
            <ac:spMk id="116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9:26:20.107" v="915" actId="1076"/>
          <ac:spMkLst>
            <pc:docMk/>
            <pc:sldMk cId="0" sldId="269"/>
            <ac:spMk id="117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9:04:19.130" v="640" actId="1036"/>
          <ac:spMkLst>
            <pc:docMk/>
            <pc:sldMk cId="0" sldId="269"/>
            <ac:spMk id="118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9:17:53.874" v="741" actId="20577"/>
          <ac:spMkLst>
            <pc:docMk/>
            <pc:sldMk cId="0" sldId="269"/>
            <ac:spMk id="119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9:25:20.798" v="905" actId="1076"/>
          <ac:spMkLst>
            <pc:docMk/>
            <pc:sldMk cId="0" sldId="269"/>
            <ac:spMk id="120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9:17:23.867" v="731" actId="20577"/>
          <ac:spMkLst>
            <pc:docMk/>
            <pc:sldMk cId="0" sldId="269"/>
            <ac:spMk id="121" creationId="{00000000-0000-0000-0000-000000000000}"/>
          </ac:spMkLst>
        </pc:spChg>
        <pc:spChg chg="del mod">
          <ac:chgData name="Jose Contuliano Castillo" userId="45de87fa-e263-4e7a-b299-27439da20a21" providerId="ADAL" clId="{E6990CA3-FCD1-4B6C-BEEB-FCCB246326A3}" dt="2026-01-26T19:00:48.784" v="502" actId="478"/>
          <ac:spMkLst>
            <pc:docMk/>
            <pc:sldMk cId="0" sldId="269"/>
            <ac:spMk id="122" creationId="{00000000-0000-0000-0000-000000000000}"/>
          </ac:spMkLst>
        </pc:spChg>
        <pc:spChg chg="del">
          <ac:chgData name="Jose Contuliano Castillo" userId="45de87fa-e263-4e7a-b299-27439da20a21" providerId="ADAL" clId="{E6990CA3-FCD1-4B6C-BEEB-FCCB246326A3}" dt="2026-01-26T19:00:52.625" v="503" actId="478"/>
          <ac:spMkLst>
            <pc:docMk/>
            <pc:sldMk cId="0" sldId="269"/>
            <ac:spMk id="123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9:25:43.196" v="911" actId="20577"/>
          <ac:spMkLst>
            <pc:docMk/>
            <pc:sldMk cId="0" sldId="269"/>
            <ac:spMk id="124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9:24:03.977" v="835" actId="1036"/>
          <ac:spMkLst>
            <pc:docMk/>
            <pc:sldMk cId="0" sldId="269"/>
            <ac:spMk id="125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9:24:03.977" v="835" actId="1036"/>
          <ac:spMkLst>
            <pc:docMk/>
            <pc:sldMk cId="0" sldId="269"/>
            <ac:spMk id="126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9:24:03.977" v="835" actId="1036"/>
          <ac:spMkLst>
            <pc:docMk/>
            <pc:sldMk cId="0" sldId="269"/>
            <ac:spMk id="127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9:24:03.977" v="835" actId="1036"/>
          <ac:spMkLst>
            <pc:docMk/>
            <pc:sldMk cId="0" sldId="269"/>
            <ac:spMk id="128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9:24:03.977" v="835" actId="1036"/>
          <ac:spMkLst>
            <pc:docMk/>
            <pc:sldMk cId="0" sldId="269"/>
            <ac:spMk id="129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9:24:03.977" v="835" actId="1036"/>
          <ac:spMkLst>
            <pc:docMk/>
            <pc:sldMk cId="0" sldId="269"/>
            <ac:spMk id="130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9:24:03.977" v="835" actId="1036"/>
          <ac:spMkLst>
            <pc:docMk/>
            <pc:sldMk cId="0" sldId="269"/>
            <ac:spMk id="131" creationId="{00000000-0000-0000-0000-000000000000}"/>
          </ac:spMkLst>
        </pc:spChg>
        <pc:spChg chg="mod">
          <ac:chgData name="Jose Contuliano Castillo" userId="45de87fa-e263-4e7a-b299-27439da20a21" providerId="ADAL" clId="{E6990CA3-FCD1-4B6C-BEEB-FCCB246326A3}" dt="2026-01-26T19:21:16.692" v="807" actId="20577"/>
          <ac:spMkLst>
            <pc:docMk/>
            <pc:sldMk cId="0" sldId="269"/>
            <ac:spMk id="132" creationId="{00000000-0000-0000-0000-000000000000}"/>
          </ac:spMkLst>
        </pc:spChg>
        <pc:grpChg chg="add mod">
          <ac:chgData name="Jose Contuliano Castillo" userId="45de87fa-e263-4e7a-b299-27439da20a21" providerId="ADAL" clId="{E6990CA3-FCD1-4B6C-BEEB-FCCB246326A3}" dt="2026-01-26T18:53:09.318" v="423" actId="164"/>
          <ac:grpSpMkLst>
            <pc:docMk/>
            <pc:sldMk cId="0" sldId="269"/>
            <ac:grpSpMk id="2" creationId="{8D5E30B9-CB0F-7626-4FC5-2FD9EAD0E4D4}"/>
          </ac:grpSpMkLst>
        </pc:grpChg>
        <pc:picChg chg="add mod">
          <ac:chgData name="Jose Contuliano Castillo" userId="45de87fa-e263-4e7a-b299-27439da20a21" providerId="ADAL" clId="{E6990CA3-FCD1-4B6C-BEEB-FCCB246326A3}" dt="2026-01-26T19:26:02.559" v="912" actId="1076"/>
          <ac:picMkLst>
            <pc:docMk/>
            <pc:sldMk cId="0" sldId="269"/>
            <ac:picMk id="35" creationId="{7A775AEE-C8C1-763A-78FD-787E4ADDADA8}"/>
          </ac:picMkLst>
        </pc:picChg>
        <pc:picChg chg="add mod">
          <ac:chgData name="Jose Contuliano Castillo" userId="45de87fa-e263-4e7a-b299-27439da20a21" providerId="ADAL" clId="{E6990CA3-FCD1-4B6C-BEEB-FCCB246326A3}" dt="2026-01-26T19:24:11.631" v="836"/>
          <ac:picMkLst>
            <pc:docMk/>
            <pc:sldMk cId="0" sldId="269"/>
            <ac:picMk id="48" creationId="{68A64EDE-54ED-78D0-B23E-A99DC1AD910A}"/>
          </ac:picMkLst>
        </pc:picChg>
        <pc:picChg chg="add del mod">
          <ac:chgData name="Jose Contuliano Castillo" userId="45de87fa-e263-4e7a-b299-27439da20a21" providerId="ADAL" clId="{E6990CA3-FCD1-4B6C-BEEB-FCCB246326A3}" dt="2026-01-26T19:24:33.025" v="841" actId="478"/>
          <ac:picMkLst>
            <pc:docMk/>
            <pc:sldMk cId="0" sldId="269"/>
            <ac:picMk id="49" creationId="{B6F931B8-2A30-16F4-047C-3AA91B12B26C}"/>
          </ac:picMkLst>
        </pc:picChg>
        <pc:picChg chg="add mod">
          <ac:chgData name="Jose Contuliano Castillo" userId="45de87fa-e263-4e7a-b299-27439da20a21" providerId="ADAL" clId="{E6990CA3-FCD1-4B6C-BEEB-FCCB246326A3}" dt="2026-01-26T19:24:43.578" v="847" actId="1076"/>
          <ac:picMkLst>
            <pc:docMk/>
            <pc:sldMk cId="0" sldId="269"/>
            <ac:picMk id="52" creationId="{DBCE8C5D-E141-15C2-52D5-3C797960D564}"/>
          </ac:picMkLst>
        </pc:picChg>
        <pc:picChg chg="mod">
          <ac:chgData name="Jose Contuliano Castillo" userId="45de87fa-e263-4e7a-b299-27439da20a21" providerId="ADAL" clId="{E6990CA3-FCD1-4B6C-BEEB-FCCB246326A3}" dt="2026-01-26T19:29:46.540" v="980" actId="1076"/>
          <ac:picMkLst>
            <pc:docMk/>
            <pc:sldMk cId="0" sldId="269"/>
            <ac:picMk id="94" creationId="{00000000-0000-0000-0000-000000000000}"/>
          </ac:picMkLst>
        </pc:picChg>
        <pc:picChg chg="mod">
          <ac:chgData name="Jose Contuliano Castillo" userId="45de87fa-e263-4e7a-b299-27439da20a21" providerId="ADAL" clId="{E6990CA3-FCD1-4B6C-BEEB-FCCB246326A3}" dt="2026-01-26T19:24:03.977" v="835" actId="1036"/>
          <ac:picMkLst>
            <pc:docMk/>
            <pc:sldMk cId="0" sldId="269"/>
            <ac:picMk id="95" creationId="{00000000-0000-0000-0000-000000000000}"/>
          </ac:picMkLst>
        </pc:picChg>
        <pc:picChg chg="mod">
          <ac:chgData name="Jose Contuliano Castillo" userId="45de87fa-e263-4e7a-b299-27439da20a21" providerId="ADAL" clId="{E6990CA3-FCD1-4B6C-BEEB-FCCB246326A3}" dt="2026-01-26T18:49:23.402" v="384" actId="1076"/>
          <ac:picMkLst>
            <pc:docMk/>
            <pc:sldMk cId="0" sldId="269"/>
            <ac:picMk id="96" creationId="{00000000-0000-0000-0000-000000000000}"/>
          </ac:picMkLst>
        </pc:picChg>
        <pc:picChg chg="mod">
          <ac:chgData name="Jose Contuliano Castillo" userId="45de87fa-e263-4e7a-b299-27439da20a21" providerId="ADAL" clId="{E6990CA3-FCD1-4B6C-BEEB-FCCB246326A3}" dt="2026-01-26T18:53:14.384" v="424" actId="14100"/>
          <ac:picMkLst>
            <pc:docMk/>
            <pc:sldMk cId="0" sldId="269"/>
            <ac:picMk id="97" creationId="{00000000-0000-0000-0000-000000000000}"/>
          </ac:picMkLst>
        </pc:picChg>
        <pc:picChg chg="mod">
          <ac:chgData name="Jose Contuliano Castillo" userId="45de87fa-e263-4e7a-b299-27439da20a21" providerId="ADAL" clId="{E6990CA3-FCD1-4B6C-BEEB-FCCB246326A3}" dt="2026-01-26T18:55:57.846" v="475" actId="1038"/>
          <ac:picMkLst>
            <pc:docMk/>
            <pc:sldMk cId="0" sldId="269"/>
            <ac:picMk id="98" creationId="{00000000-0000-0000-0000-000000000000}"/>
          </ac:picMkLst>
        </pc:picChg>
        <pc:picChg chg="mod">
          <ac:chgData name="Jose Contuliano Castillo" userId="45de87fa-e263-4e7a-b299-27439da20a21" providerId="ADAL" clId="{E6990CA3-FCD1-4B6C-BEEB-FCCB246326A3}" dt="2026-01-26T19:03:43.216" v="600" actId="1076"/>
          <ac:picMkLst>
            <pc:docMk/>
            <pc:sldMk cId="0" sldId="269"/>
            <ac:picMk id="99" creationId="{00000000-0000-0000-0000-000000000000}"/>
          </ac:picMkLst>
        </pc:picChg>
        <pc:picChg chg="mod">
          <ac:chgData name="Jose Contuliano Castillo" userId="45de87fa-e263-4e7a-b299-27439da20a21" providerId="ADAL" clId="{E6990CA3-FCD1-4B6C-BEEB-FCCB246326A3}" dt="2026-01-26T19:03:36.318" v="598" actId="1076"/>
          <ac:picMkLst>
            <pc:docMk/>
            <pc:sldMk cId="0" sldId="269"/>
            <ac:picMk id="100" creationId="{00000000-0000-0000-0000-000000000000}"/>
          </ac:picMkLst>
        </pc:picChg>
        <pc:picChg chg="mod">
          <ac:chgData name="Jose Contuliano Castillo" userId="45de87fa-e263-4e7a-b299-27439da20a21" providerId="ADAL" clId="{E6990CA3-FCD1-4B6C-BEEB-FCCB246326A3}" dt="2026-01-26T19:03:40.765" v="599" actId="1076"/>
          <ac:picMkLst>
            <pc:docMk/>
            <pc:sldMk cId="0" sldId="269"/>
            <ac:picMk id="101" creationId="{00000000-0000-0000-0000-000000000000}"/>
          </ac:picMkLst>
        </pc:picChg>
        <pc:picChg chg="mod">
          <ac:chgData name="Jose Contuliano Castillo" userId="45de87fa-e263-4e7a-b299-27439da20a21" providerId="ADAL" clId="{E6990CA3-FCD1-4B6C-BEEB-FCCB246326A3}" dt="2026-01-26T19:05:39.843" v="648" actId="1038"/>
          <ac:picMkLst>
            <pc:docMk/>
            <pc:sldMk cId="0" sldId="269"/>
            <ac:picMk id="102" creationId="{00000000-0000-0000-0000-000000000000}"/>
          </ac:picMkLst>
        </pc:picChg>
        <pc:picChg chg="del">
          <ac:chgData name="Jose Contuliano Castillo" userId="45de87fa-e263-4e7a-b299-27439da20a21" providerId="ADAL" clId="{E6990CA3-FCD1-4B6C-BEEB-FCCB246326A3}" dt="2026-01-26T19:00:42.198" v="499" actId="478"/>
          <ac:picMkLst>
            <pc:docMk/>
            <pc:sldMk cId="0" sldId="269"/>
            <ac:picMk id="103" creationId="{00000000-0000-0000-0000-000000000000}"/>
          </ac:picMkLst>
        </pc:picChg>
        <pc:picChg chg="mod">
          <ac:chgData name="Jose Contuliano Castillo" userId="45de87fa-e263-4e7a-b299-27439da20a21" providerId="ADAL" clId="{E6990CA3-FCD1-4B6C-BEEB-FCCB246326A3}" dt="2026-01-26T19:24:03.977" v="835" actId="1036"/>
          <ac:picMkLst>
            <pc:docMk/>
            <pc:sldMk cId="0" sldId="269"/>
            <ac:picMk id="104" creationId="{00000000-0000-0000-0000-000000000000}"/>
          </ac:picMkLst>
        </pc:picChg>
        <pc:cxnChg chg="add mod">
          <ac:chgData name="Jose Contuliano Castillo" userId="45de87fa-e263-4e7a-b299-27439da20a21" providerId="ADAL" clId="{E6990CA3-FCD1-4B6C-BEEB-FCCB246326A3}" dt="2026-01-26T19:05:53.101" v="651" actId="14100"/>
          <ac:cxnSpMkLst>
            <pc:docMk/>
            <pc:sldMk cId="0" sldId="269"/>
            <ac:cxnSpMk id="4" creationId="{9BA00DEF-9B80-CB74-61CD-D40BCC73E3F1}"/>
          </ac:cxnSpMkLst>
        </pc:cxnChg>
        <pc:cxnChg chg="add mod">
          <ac:chgData name="Jose Contuliano Castillo" userId="45de87fa-e263-4e7a-b299-27439da20a21" providerId="ADAL" clId="{E6990CA3-FCD1-4B6C-BEEB-FCCB246326A3}" dt="2026-01-26T19:06:31.399" v="661" actId="1076"/>
          <ac:cxnSpMkLst>
            <pc:docMk/>
            <pc:sldMk cId="0" sldId="269"/>
            <ac:cxnSpMk id="8" creationId="{A2514200-39E0-6273-62A2-208C9A2AC4D9}"/>
          </ac:cxnSpMkLst>
        </pc:cxnChg>
        <pc:cxnChg chg="add del mod">
          <ac:chgData name="Jose Contuliano Castillo" userId="45de87fa-e263-4e7a-b299-27439da20a21" providerId="ADAL" clId="{E6990CA3-FCD1-4B6C-BEEB-FCCB246326A3}" dt="2026-01-26T19:06:27.979" v="659" actId="478"/>
          <ac:cxnSpMkLst>
            <pc:docMk/>
            <pc:sldMk cId="0" sldId="269"/>
            <ac:cxnSpMk id="12" creationId="{D85ACD96-09DB-5B43-A71C-79867EA3B8C9}"/>
          </ac:cxnSpMkLst>
        </pc:cxnChg>
        <pc:cxnChg chg="add mod">
          <ac:chgData name="Jose Contuliano Castillo" userId="45de87fa-e263-4e7a-b299-27439da20a21" providerId="ADAL" clId="{E6990CA3-FCD1-4B6C-BEEB-FCCB246326A3}" dt="2026-01-26T19:06:42.979" v="666" actId="14100"/>
          <ac:cxnSpMkLst>
            <pc:docMk/>
            <pc:sldMk cId="0" sldId="269"/>
            <ac:cxnSpMk id="15" creationId="{B3DEF5A7-36CD-4B0C-519C-381C8C6F63AD}"/>
          </ac:cxnSpMkLst>
        </pc:cxnChg>
        <pc:cxnChg chg="add mod">
          <ac:chgData name="Jose Contuliano Castillo" userId="45de87fa-e263-4e7a-b299-27439da20a21" providerId="ADAL" clId="{E6990CA3-FCD1-4B6C-BEEB-FCCB246326A3}" dt="2026-01-26T19:07:07.488" v="669" actId="208"/>
          <ac:cxnSpMkLst>
            <pc:docMk/>
            <pc:sldMk cId="0" sldId="269"/>
            <ac:cxnSpMk id="21" creationId="{1C408576-A0ED-8D09-AAB4-ED82C90DB250}"/>
          </ac:cxnSpMkLst>
        </pc:cxnChg>
        <pc:cxnChg chg="add mod">
          <ac:chgData name="Jose Contuliano Castillo" userId="45de87fa-e263-4e7a-b299-27439da20a21" providerId="ADAL" clId="{E6990CA3-FCD1-4B6C-BEEB-FCCB246326A3}" dt="2026-01-26T19:07:22.179" v="672" actId="14100"/>
          <ac:cxnSpMkLst>
            <pc:docMk/>
            <pc:sldMk cId="0" sldId="269"/>
            <ac:cxnSpMk id="23" creationId="{8A0C0A0D-809A-328A-26FC-6D5A11CE9164}"/>
          </ac:cxnSpMkLst>
        </pc:cxnChg>
        <pc:cxnChg chg="add mod">
          <ac:chgData name="Jose Contuliano Castillo" userId="45de87fa-e263-4e7a-b299-27439da20a21" providerId="ADAL" clId="{E6990CA3-FCD1-4B6C-BEEB-FCCB246326A3}" dt="2026-01-26T19:07:29.964" v="675" actId="14100"/>
          <ac:cxnSpMkLst>
            <pc:docMk/>
            <pc:sldMk cId="0" sldId="269"/>
            <ac:cxnSpMk id="26" creationId="{48BBDB2A-6C1E-80B2-865F-2592BFCEB1C4}"/>
          </ac:cxnSpMkLst>
        </pc:cxnChg>
        <pc:cxnChg chg="add del mod">
          <ac:chgData name="Jose Contuliano Castillo" userId="45de87fa-e263-4e7a-b299-27439da20a21" providerId="ADAL" clId="{E6990CA3-FCD1-4B6C-BEEB-FCCB246326A3}" dt="2026-01-26T19:07:44.765" v="679" actId="478"/>
          <ac:cxnSpMkLst>
            <pc:docMk/>
            <pc:sldMk cId="0" sldId="269"/>
            <ac:cxnSpMk id="29" creationId="{CC71494A-C15F-79B4-6987-35B17978929B}"/>
          </ac:cxnSpMkLst>
        </pc:cxnChg>
        <pc:cxnChg chg="add mod">
          <ac:chgData name="Jose Contuliano Castillo" userId="45de87fa-e263-4e7a-b299-27439da20a21" providerId="ADAL" clId="{E6990CA3-FCD1-4B6C-BEEB-FCCB246326A3}" dt="2026-01-26T19:23:48.133" v="811" actId="14100"/>
          <ac:cxnSpMkLst>
            <pc:docMk/>
            <pc:sldMk cId="0" sldId="269"/>
            <ac:cxnSpMk id="32" creationId="{16C39014-3E31-21D9-2FFF-EFC6242C40F5}"/>
          </ac:cxnSpMkLst>
        </pc:cxnChg>
        <pc:cxnChg chg="add mod">
          <ac:chgData name="Jose Contuliano Castillo" userId="45de87fa-e263-4e7a-b299-27439da20a21" providerId="ADAL" clId="{E6990CA3-FCD1-4B6C-BEEB-FCCB246326A3}" dt="2026-01-26T19:26:06.172" v="913" actId="14100"/>
          <ac:cxnSpMkLst>
            <pc:docMk/>
            <pc:sldMk cId="0" sldId="269"/>
            <ac:cxnSpMk id="44" creationId="{05E9754D-47FD-2682-2FB0-CAD6DBFC0E53}"/>
          </ac:cxnSpMkLst>
        </pc:cxnChg>
        <pc:cxnChg chg="add mod">
          <ac:chgData name="Jose Contuliano Castillo" userId="45de87fa-e263-4e7a-b299-27439da20a21" providerId="ADAL" clId="{E6990CA3-FCD1-4B6C-BEEB-FCCB246326A3}" dt="2026-01-26T19:25:33.405" v="909" actId="14100"/>
          <ac:cxnSpMkLst>
            <pc:docMk/>
            <pc:sldMk cId="0" sldId="269"/>
            <ac:cxnSpMk id="55" creationId="{689D191A-7E92-CA26-8249-A7DF948CE36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A7292413-30B5-D755-5B98-605F04FAE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A82B48CA-A727-8258-F429-7BE5053947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93D4F11C-1FCE-A5FE-2760-716EF85E38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0552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eg"/><Relationship Id="rId5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150381" y="2359853"/>
            <a:ext cx="9891236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500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BP1 S/E O'HIGGINS</a:t>
            </a:r>
            <a:br>
              <a:rPr lang="es-CL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4500" b="1" i="0" u="none" strike="noStrike" cap="none" noProof="0" dirty="0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PRE-REQUISITOS DE ACTIVACIÓN</a:t>
            </a:r>
            <a:endParaRPr lang="es-CL" noProof="0"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2460860" y="4114051"/>
            <a:ext cx="7270276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Estrategia de </a:t>
            </a:r>
            <a:r>
              <a:rPr lang="es-CL" sz="1800" b="0" i="0" u="none" strike="noStrike" cap="none" noProof="0" dirty="0" err="1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Onboarding</a:t>
            </a:r>
            <a:r>
              <a:rPr lang="es-CL" sz="1800" b="0" i="0" u="none" strike="noStrike" cap="none" noProof="0" dirty="0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, Acreditación y Carpeta de Arranque</a:t>
            </a:r>
            <a:endParaRPr lang="es-CL" noProof="0"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3567111" y="5615454"/>
            <a:ext cx="5057775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Reunión Seguimiento N°2</a:t>
            </a:r>
            <a:endParaRPr lang="es-CL" noProof="0" dirty="0"/>
          </a:p>
        </p:txBody>
      </p:sp>
      <p:pic>
        <p:nvPicPr>
          <p:cNvPr id="2" name="object 5">
            <a:extLst>
              <a:ext uri="{FF2B5EF4-FFF2-40B4-BE49-F238E27FC236}">
                <a16:creationId xmlns:a16="http://schemas.microsoft.com/office/drawing/2014/main" id="{EA5E27B8-01D0-0134-8C19-C63C7F8DD29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88206" y="268296"/>
            <a:ext cx="2153411" cy="707123"/>
          </a:xfrm>
          <a:prstGeom prst="rect">
            <a:avLst/>
          </a:prstGeom>
        </p:spPr>
      </p:pic>
      <p:pic>
        <p:nvPicPr>
          <p:cNvPr id="3" name="Imagen 2" descr="Logotipo&#10;&#10;El contenido generado por IA puede ser incorrecto.">
            <a:extLst>
              <a:ext uri="{FF2B5EF4-FFF2-40B4-BE49-F238E27FC236}">
                <a16:creationId xmlns:a16="http://schemas.microsoft.com/office/drawing/2014/main" id="{56C23EC8-7A3E-3B11-1F23-E2958BFE51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554" t="33672" r="10556" b="27662"/>
          <a:stretch>
            <a:fillRect/>
          </a:stretch>
        </p:blipFill>
        <p:spPr>
          <a:xfrm>
            <a:off x="1214465" y="268296"/>
            <a:ext cx="2492789" cy="7071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95630"/>
            <a:ext cx="4780597" cy="376116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652939" y="1954236"/>
            <a:ext cx="461664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CL" sz="1950" b="1" noProof="0" dirty="0">
                <a:solidFill>
                  <a:srgbClr val="F6921E"/>
                </a:solidFill>
                <a:latin typeface="Poppins"/>
                <a:cs typeface="Poppins"/>
                <a:sym typeface="Urbanist"/>
              </a:rPr>
              <a:t>Garantizar</a:t>
            </a:r>
            <a:r>
              <a:rPr lang="es-CL" sz="1404" b="1" noProof="0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CL" sz="1950" b="1" noProof="0" dirty="0">
                <a:solidFill>
                  <a:srgbClr val="F6921E"/>
                </a:solidFill>
                <a:latin typeface="Poppins"/>
                <a:cs typeface="Poppins"/>
                <a:sym typeface="Urbanist"/>
              </a:rPr>
              <a:t>Seguridad</a:t>
            </a:r>
            <a:r>
              <a:rPr lang="es-CL" sz="1404" b="1" noProof="0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CL" sz="1950" b="1" noProof="0" dirty="0">
                <a:solidFill>
                  <a:srgbClr val="F6921E"/>
                </a:solidFill>
                <a:latin typeface="Poppins"/>
                <a:cs typeface="Poppins"/>
                <a:sym typeface="Urbanist"/>
              </a:rPr>
              <a:t>y</a:t>
            </a:r>
            <a:r>
              <a:rPr lang="es-CL" sz="1404" b="1" noProof="0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CL" sz="1950" b="1" noProof="0" dirty="0">
                <a:solidFill>
                  <a:srgbClr val="F6921E"/>
                </a:solidFill>
                <a:latin typeface="Poppins"/>
                <a:cs typeface="Poppins"/>
                <a:sym typeface="Urbanist"/>
              </a:rPr>
              <a:t>Continuidad</a:t>
            </a:r>
            <a:endParaRPr lang="es-CL" sz="1950" b="1" noProof="0" dirty="0">
              <a:solidFill>
                <a:srgbClr val="F6921E"/>
              </a:solidFill>
              <a:latin typeface="Poppins"/>
              <a:cs typeface="Poppins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66762" y="2438848"/>
            <a:ext cx="4399127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s-CL" noProof="0" dirty="0">
                <a:solidFill>
                  <a:srgbClr val="CBD5E0"/>
                </a:solidFill>
                <a:latin typeface="Inter"/>
                <a:ea typeface="Inter"/>
                <a:cs typeface="Inter"/>
                <a:sym typeface="Inter"/>
              </a:rPr>
              <a:t>El proyecto busca eliminar las sobrecargas operacionales críticas en la Barra BP1 y Paño JS1 mediante el reemplazo de conductores por tecnología de alta temperatura (ACCC </a:t>
            </a:r>
            <a:r>
              <a:rPr lang="es-CL" noProof="0" dirty="0" err="1">
                <a:solidFill>
                  <a:srgbClr val="CBD5E0"/>
                </a:solidFill>
                <a:latin typeface="Inter"/>
                <a:ea typeface="Inter"/>
                <a:cs typeface="Inter"/>
                <a:sym typeface="Inter"/>
              </a:rPr>
              <a:t>Lisbon</a:t>
            </a:r>
            <a:r>
              <a:rPr lang="es-CL" noProof="0" dirty="0">
                <a:solidFill>
                  <a:srgbClr val="CBD5E0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lang="es-CL" sz="1200" noProof="0"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762000" y="571500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CL" sz="2850" b="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VISIÓN Y </a:t>
            </a:r>
            <a:r>
              <a:rPr lang="es-CL" sz="2850" b="1" noProof="0" dirty="0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OBJETIVO PRIMORDIAL</a:t>
            </a:r>
            <a:endParaRPr lang="es-CL" sz="3200" noProof="0" dirty="0"/>
          </a:p>
        </p:txBody>
      </p:sp>
      <p:sp>
        <p:nvSpPr>
          <p:cNvPr id="106" name="Google Shape;106;p14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692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 descr="Mapa&#10;&#10;El contenido generado por IA puede ser incorrecto.">
            <a:extLst>
              <a:ext uri="{FF2B5EF4-FFF2-40B4-BE49-F238E27FC236}">
                <a16:creationId xmlns:a16="http://schemas.microsoft.com/office/drawing/2014/main" id="{2FF6FCC4-BA8D-1D5E-25EB-2B9BC3D87B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3" t="343" r="569"/>
          <a:stretch>
            <a:fillRect/>
          </a:stretch>
        </p:blipFill>
        <p:spPr>
          <a:xfrm>
            <a:off x="5742622" y="1795630"/>
            <a:ext cx="6243783" cy="376116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1B5A53F-0BAB-2DDF-BE9E-BD9F32C503EF}"/>
              </a:ext>
            </a:extLst>
          </p:cNvPr>
          <p:cNvSpPr txBox="1"/>
          <p:nvPr/>
        </p:nvSpPr>
        <p:spPr>
          <a:xfrm>
            <a:off x="936447" y="4002217"/>
            <a:ext cx="4040908" cy="391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60000"/>
              </a:lnSpc>
            </a:pPr>
            <a:r>
              <a:rPr lang="es-CL" noProof="0" dirty="0">
                <a:solidFill>
                  <a:srgbClr val="CBD5E0"/>
                </a:solidFill>
                <a:latin typeface="Inter"/>
                <a:ea typeface="Inter"/>
                <a:cs typeface="Inter"/>
                <a:sym typeface="Inter"/>
              </a:rPr>
              <a:t>Asegurar suministro ininterrumpido para MEL.</a:t>
            </a:r>
            <a:endParaRPr lang="es-CL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3DE5299-E8DD-0F96-6693-FA2A5B77F975}"/>
              </a:ext>
            </a:extLst>
          </p:cNvPr>
          <p:cNvSpPr txBox="1"/>
          <p:nvPr/>
        </p:nvSpPr>
        <p:spPr>
          <a:xfrm>
            <a:off x="933450" y="4411606"/>
            <a:ext cx="4106899" cy="391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60000"/>
              </a:lnSpc>
            </a:pPr>
            <a:r>
              <a:rPr lang="es-CL" noProof="0" dirty="0">
                <a:solidFill>
                  <a:srgbClr val="CBD5E0"/>
                </a:solidFill>
                <a:latin typeface="Inter"/>
                <a:ea typeface="Inter"/>
                <a:cs typeface="Inter"/>
                <a:sym typeface="Inter"/>
              </a:rPr>
              <a:t>Cumplir estándares de seguridad minera BHP.</a:t>
            </a:r>
            <a:endParaRPr lang="es-CL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9150B5A-1385-A8C4-AEF3-B58AA08D1AC4}"/>
              </a:ext>
            </a:extLst>
          </p:cNvPr>
          <p:cNvSpPr txBox="1"/>
          <p:nvPr/>
        </p:nvSpPr>
        <p:spPr>
          <a:xfrm>
            <a:off x="933450" y="4819476"/>
            <a:ext cx="4106899" cy="391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60000"/>
              </a:lnSpc>
            </a:pPr>
            <a:r>
              <a:rPr lang="es-CL" noProof="0" dirty="0">
                <a:solidFill>
                  <a:srgbClr val="CBD5E0"/>
                </a:solidFill>
                <a:latin typeface="Inter"/>
                <a:ea typeface="Inter"/>
                <a:cs typeface="Inter"/>
                <a:sym typeface="Inter"/>
              </a:rPr>
              <a:t>Nivelar capacidad a min. 2.400 A @ 35°C.</a:t>
            </a:r>
            <a:endParaRPr lang="es-CL" noProof="0" dirty="0"/>
          </a:p>
        </p:txBody>
      </p:sp>
      <p:pic>
        <p:nvPicPr>
          <p:cNvPr id="7" name="Google Shape;129;p15" descr="image.png">
            <a:extLst>
              <a:ext uri="{FF2B5EF4-FFF2-40B4-BE49-F238E27FC236}">
                <a16:creationId xmlns:a16="http://schemas.microsoft.com/office/drawing/2014/main" id="{B95509FA-BB70-9B9B-3415-5B2020380AD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15315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9;p15" descr="image.png">
            <a:extLst>
              <a:ext uri="{FF2B5EF4-FFF2-40B4-BE49-F238E27FC236}">
                <a16:creationId xmlns:a16="http://schemas.microsoft.com/office/drawing/2014/main" id="{9A407F3B-4BE4-B4F2-1A69-3D698655634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54841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9;p15" descr="image.png">
            <a:extLst>
              <a:ext uri="{FF2B5EF4-FFF2-40B4-BE49-F238E27FC236}">
                <a16:creationId xmlns:a16="http://schemas.microsoft.com/office/drawing/2014/main" id="{4CA73F7D-18A1-C7F9-8386-07D1FC5AA44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987846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3">
          <a:extLst>
            <a:ext uri="{FF2B5EF4-FFF2-40B4-BE49-F238E27FC236}">
              <a16:creationId xmlns:a16="http://schemas.microsoft.com/office/drawing/2014/main" id="{B4D6AE44-5601-D5F5-2CD6-806BE5E13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1A53BCF2-1F71-F02E-4ABD-54D1E10D16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>
            <a:extLst>
              <a:ext uri="{FF2B5EF4-FFF2-40B4-BE49-F238E27FC236}">
                <a16:creationId xmlns:a16="http://schemas.microsoft.com/office/drawing/2014/main" id="{F3F50EE0-F1F0-2C0A-236B-9FE152529B9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00610"/>
            <a:ext cx="5334000" cy="2780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>
            <a:extLst>
              <a:ext uri="{FF2B5EF4-FFF2-40B4-BE49-F238E27FC236}">
                <a16:creationId xmlns:a16="http://schemas.microsoft.com/office/drawing/2014/main" id="{612FF050-95AA-81BF-DABE-3236B47C98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00610"/>
            <a:ext cx="5334000" cy="278070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B2A4EC0D-611C-4DD3-D110-823B9326273E}"/>
              </a:ext>
            </a:extLst>
          </p:cNvPr>
          <p:cNvSpPr txBox="1"/>
          <p:nvPr/>
        </p:nvSpPr>
        <p:spPr>
          <a:xfrm>
            <a:off x="962025" y="2891135"/>
            <a:ext cx="478059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1" i="0" u="none" strike="noStrike" cap="none" noProof="0" dirty="0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Alineación con Suministros</a:t>
            </a:r>
            <a:endParaRPr lang="es-CL" noProof="0" dirty="0"/>
          </a:p>
        </p:txBody>
      </p:sp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645884DF-1236-023D-20B0-03EC23D0C2EB}"/>
              </a:ext>
            </a:extLst>
          </p:cNvPr>
          <p:cNvSpPr txBox="1"/>
          <p:nvPr/>
        </p:nvSpPr>
        <p:spPr>
          <a:xfrm>
            <a:off x="962025" y="3405485"/>
            <a:ext cx="4552950" cy="87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El arribo del conductor (ítem crítico) se proyecta para </a:t>
            </a:r>
            <a:r>
              <a:rPr lang="es-CL" sz="1350" b="1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Junio 2026</a:t>
            </a:r>
            <a:r>
              <a:rPr lang="es-CL" sz="135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 Iniciar acreditaciones masivas hoy representa un riesgo de vencimiento prematuro de pases.</a:t>
            </a:r>
            <a:endParaRPr lang="es-CL" noProof="0" dirty="0"/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BD6AF494-DBC6-AD58-4B8E-B90499FF6A35}"/>
              </a:ext>
            </a:extLst>
          </p:cNvPr>
          <p:cNvSpPr txBox="1"/>
          <p:nvPr/>
        </p:nvSpPr>
        <p:spPr>
          <a:xfrm>
            <a:off x="962025" y="4268092"/>
            <a:ext cx="45529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STN ejecuta una </a:t>
            </a:r>
            <a:r>
              <a:rPr lang="es-CL" sz="1350" b="1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Activación Escalonada</a:t>
            </a:r>
            <a:r>
              <a:rPr lang="es-CL" sz="135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: Fase Administrativa Empresa (Q1) y Fase de Movilización Staff/Flota (Q2).</a:t>
            </a:r>
            <a:endParaRPr lang="es-CL" noProof="0" dirty="0"/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04BDA12A-4581-3A21-C036-C90EA82EBEBA}"/>
              </a:ext>
            </a:extLst>
          </p:cNvPr>
          <p:cNvSpPr txBox="1"/>
          <p:nvPr/>
        </p:nvSpPr>
        <p:spPr>
          <a:xfrm>
            <a:off x="6677025" y="2891135"/>
            <a:ext cx="478059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1" i="0" u="none" strike="noStrike" cap="none" noProof="0" dirty="0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Foco Q1: Preparación</a:t>
            </a:r>
            <a:endParaRPr lang="es-CL" noProof="0" dirty="0"/>
          </a:p>
        </p:txBody>
      </p:sp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4AF3ECDB-82DA-1024-C2C1-401E80C8A0C1}"/>
              </a:ext>
            </a:extLst>
          </p:cNvPr>
          <p:cNvSpPr txBox="1"/>
          <p:nvPr/>
        </p:nvSpPr>
        <p:spPr>
          <a:xfrm>
            <a:off x="7010400" y="3415010"/>
            <a:ext cx="42195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Cierre administrativo Carpeta de Arranque.</a:t>
            </a:r>
            <a:endParaRPr lang="es-CL" noProof="0" dirty="0"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DC900D9C-B45C-FF9B-2371-E02F2F8EB258}"/>
              </a:ext>
            </a:extLst>
          </p:cNvPr>
          <p:cNvSpPr txBox="1"/>
          <p:nvPr/>
        </p:nvSpPr>
        <p:spPr>
          <a:xfrm>
            <a:off x="7010400" y="3750171"/>
            <a:ext cx="42195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Acreditación empresa CTC Global ante BHP.</a:t>
            </a:r>
            <a:endParaRPr lang="es-CL" noProof="0" dirty="0"/>
          </a:p>
        </p:txBody>
      </p:sp>
      <p:sp>
        <p:nvSpPr>
          <p:cNvPr id="103" name="Google Shape;103;p14">
            <a:extLst>
              <a:ext uri="{FF2B5EF4-FFF2-40B4-BE49-F238E27FC236}">
                <a16:creationId xmlns:a16="http://schemas.microsoft.com/office/drawing/2014/main" id="{58A46005-7725-E533-C738-56D445F00BDB}"/>
              </a:ext>
            </a:extLst>
          </p:cNvPr>
          <p:cNvSpPr txBox="1"/>
          <p:nvPr/>
        </p:nvSpPr>
        <p:spPr>
          <a:xfrm>
            <a:off x="7010400" y="4085332"/>
            <a:ext cx="42195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Validación de Ingeniería </a:t>
            </a:r>
            <a:r>
              <a:rPr lang="es-CL" sz="1350" b="0" i="0" u="none" strike="noStrike" cap="none" noProof="0" dirty="0" err="1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Rev</a:t>
            </a:r>
            <a:r>
              <a:rPr lang="es-CL" sz="1350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1 por </a:t>
            </a:r>
            <a:r>
              <a:rPr lang="es-CL" sz="1350" b="0" i="0" u="none" strike="noStrike" cap="none" noProof="0" dirty="0" err="1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RyQ</a:t>
            </a:r>
            <a:r>
              <a:rPr lang="es-CL" sz="1350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s-CL" noProof="0" dirty="0"/>
          </a:p>
        </p:txBody>
      </p:sp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0988A6D9-32B7-2443-0699-3B0036D17523}"/>
              </a:ext>
            </a:extLst>
          </p:cNvPr>
          <p:cNvSpPr txBox="1"/>
          <p:nvPr/>
        </p:nvSpPr>
        <p:spPr>
          <a:xfrm>
            <a:off x="7010400" y="4420492"/>
            <a:ext cx="42195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Preparación de contratos STAFF para Q2.</a:t>
            </a:r>
            <a:endParaRPr lang="es-CL" noProof="0" dirty="0"/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B92B9BAE-056D-368E-8580-90EC6C7165A2}"/>
              </a:ext>
            </a:extLst>
          </p:cNvPr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50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SINCRONIZACIÓN DEL </a:t>
            </a:r>
            <a:r>
              <a:rPr lang="es-CL" sz="2850" b="1" i="0" u="none" strike="noStrike" cap="none" noProof="0" dirty="0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CRONOGRAMA CRÍTICO</a:t>
            </a:r>
            <a:endParaRPr lang="es-CL" noProof="0" dirty="0"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D73BEE91-BC5B-2504-9304-C0B862D1F781}"/>
              </a:ext>
            </a:extLst>
          </p:cNvPr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692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4" descr="image.png">
            <a:extLst>
              <a:ext uri="{FF2B5EF4-FFF2-40B4-BE49-F238E27FC236}">
                <a16:creationId xmlns:a16="http://schemas.microsoft.com/office/drawing/2014/main" id="{6EABFE6B-D2DD-6C50-D18F-3764E5FB521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35064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>
            <a:extLst>
              <a:ext uri="{FF2B5EF4-FFF2-40B4-BE49-F238E27FC236}">
                <a16:creationId xmlns:a16="http://schemas.microsoft.com/office/drawing/2014/main" id="{87301AAD-0187-829E-D7DA-28079E47127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382332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>
            <a:extLst>
              <a:ext uri="{FF2B5EF4-FFF2-40B4-BE49-F238E27FC236}">
                <a16:creationId xmlns:a16="http://schemas.microsoft.com/office/drawing/2014/main" id="{8F0796AF-1330-6036-2165-50510AF6E78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417677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>
            <a:extLst>
              <a:ext uri="{FF2B5EF4-FFF2-40B4-BE49-F238E27FC236}">
                <a16:creationId xmlns:a16="http://schemas.microsoft.com/office/drawing/2014/main" id="{27625373-1624-C43D-6891-00DDD3D915F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4511932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4998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47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300853"/>
            <a:ext cx="11049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7249" y="1376362"/>
            <a:ext cx="28575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692376"/>
            <a:ext cx="13525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66449" y="2692376"/>
            <a:ext cx="13525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81563" y="2681139"/>
            <a:ext cx="13525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9524" y="2692376"/>
            <a:ext cx="1347788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334499" y="2692376"/>
            <a:ext cx="21336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313608" y="2692376"/>
            <a:ext cx="1552575" cy="831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23900" y="5453253"/>
            <a:ext cx="2614612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3762" y="5453253"/>
            <a:ext cx="2614612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143625" y="5453253"/>
            <a:ext cx="2614612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853487" y="5453253"/>
            <a:ext cx="2614612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4812792" y="1457325"/>
            <a:ext cx="26098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i="0" u="none" strike="noStrike" cap="none" noProof="0" dirty="0">
                <a:solidFill>
                  <a:srgbClr val="F6921E"/>
                </a:solidFill>
                <a:latin typeface="Lato"/>
                <a:ea typeface="Lato"/>
                <a:cs typeface="Lato"/>
                <a:sym typeface="Lato"/>
              </a:rPr>
              <a:t>Administrador de Contrato</a:t>
            </a:r>
            <a:endParaRPr lang="es-CL" sz="1600" noProof="0"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5838824" y="1709737"/>
            <a:ext cx="5143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Turno 4x3</a:t>
            </a:r>
            <a:endParaRPr lang="es-CL" noProof="0"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609600" y="2816201"/>
            <a:ext cx="1309688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25" b="1" i="0" u="none" strike="noStrike" cap="none" noProof="0" dirty="0">
                <a:solidFill>
                  <a:srgbClr val="F6921E"/>
                </a:solidFill>
                <a:latin typeface="Lato"/>
                <a:ea typeface="Lato"/>
                <a:cs typeface="Lato"/>
                <a:sym typeface="Lato"/>
              </a:rPr>
              <a:t>Jefe Oficina Técnica</a:t>
            </a:r>
            <a:endParaRPr lang="es-CL" noProof="0"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550069" y="3155175"/>
            <a:ext cx="13525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Servicio Ing. / As </a:t>
            </a:r>
            <a:r>
              <a:rPr lang="es-CL" sz="900" b="0" i="0" u="none" strike="noStrike" cap="none" noProof="0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Built</a:t>
            </a:r>
            <a:r>
              <a:rPr lang="es-CL" sz="90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(4x3)</a:t>
            </a:r>
            <a:endParaRPr lang="es-CL" noProof="0"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2066449" y="2820011"/>
            <a:ext cx="1338834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25" b="1" i="0" u="none" strike="noStrike" cap="none" noProof="0" dirty="0">
                <a:solidFill>
                  <a:srgbClr val="F6921E"/>
                </a:solidFill>
                <a:latin typeface="Lato"/>
                <a:ea typeface="Lato"/>
                <a:cs typeface="Lato"/>
                <a:sym typeface="Lato"/>
              </a:rPr>
              <a:t>Asesor Seguridad</a:t>
            </a:r>
            <a:endParaRPr lang="es-CL" noProof="0"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2080165" y="3171975"/>
            <a:ext cx="12668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HSE BHP </a:t>
            </a:r>
            <a:r>
              <a:rPr lang="es-CL" sz="900" b="0" i="0" u="none" strike="noStrike" cap="none" noProof="0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Standards</a:t>
            </a:r>
            <a:r>
              <a:rPr lang="es-CL" sz="90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(4x3)</a:t>
            </a:r>
            <a:endParaRPr lang="es-CL" noProof="0" dirty="0"/>
          </a:p>
        </p:txBody>
      </p:sp>
      <p:sp>
        <p:nvSpPr>
          <p:cNvPr id="114" name="Google Shape;114;p14"/>
          <p:cNvSpPr txBox="1"/>
          <p:nvPr/>
        </p:nvSpPr>
        <p:spPr>
          <a:xfrm>
            <a:off x="3557587" y="2816200"/>
            <a:ext cx="1347788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25" b="1" i="0" u="none" strike="noStrike" cap="none" noProof="0" dirty="0">
                <a:solidFill>
                  <a:srgbClr val="F6921E"/>
                </a:solidFill>
                <a:latin typeface="Lato"/>
                <a:ea typeface="Lato"/>
                <a:cs typeface="Lato"/>
                <a:sym typeface="Lato"/>
              </a:rPr>
              <a:t>Analista Gestión Administrativa</a:t>
            </a:r>
            <a:endParaRPr lang="es-CL" noProof="0" dirty="0"/>
          </a:p>
        </p:txBody>
      </p:sp>
      <p:sp>
        <p:nvSpPr>
          <p:cNvPr id="115" name="Google Shape;115;p14"/>
          <p:cNvSpPr txBox="1"/>
          <p:nvPr/>
        </p:nvSpPr>
        <p:spPr>
          <a:xfrm>
            <a:off x="3671529" y="3259987"/>
            <a:ext cx="117261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(4x3)</a:t>
            </a:r>
            <a:endParaRPr lang="es-CL" noProof="0" dirty="0"/>
          </a:p>
        </p:txBody>
      </p:sp>
      <p:sp>
        <p:nvSpPr>
          <p:cNvPr id="116" name="Google Shape;116;p14"/>
          <p:cNvSpPr txBox="1"/>
          <p:nvPr/>
        </p:nvSpPr>
        <p:spPr>
          <a:xfrm>
            <a:off x="7668691" y="2816201"/>
            <a:ext cx="1275282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25" b="1" i="0" u="none" strike="noStrike" cap="none" noProof="0" dirty="0">
                <a:solidFill>
                  <a:srgbClr val="F6921E"/>
                </a:solidFill>
                <a:latin typeface="Lato"/>
                <a:ea typeface="Lato"/>
                <a:cs typeface="Lato"/>
                <a:sym typeface="Lato"/>
              </a:rPr>
              <a:t>Topógrafo</a:t>
            </a:r>
            <a:endParaRPr lang="es-CL" noProof="0"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7986666" y="3213630"/>
            <a:ext cx="631776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Turno 4x3</a:t>
            </a:r>
            <a:endParaRPr lang="es-CL" noProof="0" dirty="0"/>
          </a:p>
        </p:txBody>
      </p:sp>
      <p:sp>
        <p:nvSpPr>
          <p:cNvPr id="118" name="Google Shape;118;p14"/>
          <p:cNvSpPr txBox="1"/>
          <p:nvPr/>
        </p:nvSpPr>
        <p:spPr>
          <a:xfrm>
            <a:off x="9467849" y="2825726"/>
            <a:ext cx="18669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25" b="1" i="0" u="none" strike="noStrike" cap="none" noProof="0" dirty="0">
                <a:solidFill>
                  <a:srgbClr val="F6921E"/>
                </a:solidFill>
                <a:latin typeface="Lato"/>
                <a:ea typeface="Lato"/>
                <a:cs typeface="Lato"/>
                <a:sym typeface="Lato"/>
              </a:rPr>
              <a:t>Especialista CTC GLOBAL</a:t>
            </a:r>
            <a:endParaRPr lang="es-CL" noProof="0" dirty="0"/>
          </a:p>
        </p:txBody>
      </p:sp>
      <p:sp>
        <p:nvSpPr>
          <p:cNvPr id="119" name="Google Shape;119;p14"/>
          <p:cNvSpPr txBox="1"/>
          <p:nvPr/>
        </p:nvSpPr>
        <p:spPr>
          <a:xfrm>
            <a:off x="9777411" y="3054326"/>
            <a:ext cx="12477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Asesoría Técnica en Terreno (Subcontrato)</a:t>
            </a:r>
            <a:endParaRPr lang="es-CL" noProof="0" dirty="0"/>
          </a:p>
        </p:txBody>
      </p:sp>
      <p:sp>
        <p:nvSpPr>
          <p:cNvPr id="120" name="Google Shape;120;p14"/>
          <p:cNvSpPr txBox="1"/>
          <p:nvPr/>
        </p:nvSpPr>
        <p:spPr>
          <a:xfrm>
            <a:off x="5315061" y="2824627"/>
            <a:ext cx="1537311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25" b="1" i="0" u="none" strike="noStrike" cap="none" noProof="0" dirty="0">
                <a:solidFill>
                  <a:srgbClr val="F6921E"/>
                </a:solidFill>
                <a:latin typeface="Lato"/>
                <a:ea typeface="Lato"/>
                <a:cs typeface="Lato"/>
                <a:sym typeface="Lato"/>
              </a:rPr>
              <a:t>Jefe Terreno</a:t>
            </a:r>
            <a:endParaRPr lang="es-CL" noProof="0" dirty="0"/>
          </a:p>
        </p:txBody>
      </p:sp>
      <p:sp>
        <p:nvSpPr>
          <p:cNvPr id="121" name="Google Shape;121;p14"/>
          <p:cNvSpPr txBox="1"/>
          <p:nvPr/>
        </p:nvSpPr>
        <p:spPr>
          <a:xfrm>
            <a:off x="5827569" y="3228827"/>
            <a:ext cx="52465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Turno 4x3</a:t>
            </a:r>
            <a:endParaRPr lang="es-CL" noProof="0" dirty="0"/>
          </a:p>
        </p:txBody>
      </p:sp>
      <p:sp>
        <p:nvSpPr>
          <p:cNvPr id="124" name="Google Shape;124;p14"/>
          <p:cNvSpPr txBox="1"/>
          <p:nvPr/>
        </p:nvSpPr>
        <p:spPr>
          <a:xfrm>
            <a:off x="847725" y="5577078"/>
            <a:ext cx="23669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25" b="1" i="0" u="none" strike="noStrike" cap="none" noProof="0" dirty="0">
                <a:solidFill>
                  <a:srgbClr val="F6921E"/>
                </a:solidFill>
                <a:latin typeface="Lato"/>
                <a:ea typeface="Lato"/>
                <a:cs typeface="Lato"/>
                <a:sym typeface="Lato"/>
              </a:rPr>
              <a:t>(5) Maestros 1° Liniero</a:t>
            </a:r>
            <a:endParaRPr lang="es-CL" noProof="0" dirty="0"/>
          </a:p>
        </p:txBody>
      </p:sp>
      <p:sp>
        <p:nvSpPr>
          <p:cNvPr id="125" name="Google Shape;125;p14"/>
          <p:cNvSpPr txBox="1"/>
          <p:nvPr/>
        </p:nvSpPr>
        <p:spPr>
          <a:xfrm>
            <a:off x="1608568" y="5806879"/>
            <a:ext cx="943193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Personal Directo</a:t>
            </a:r>
            <a:endParaRPr lang="es-CL" noProof="0" dirty="0"/>
          </a:p>
        </p:txBody>
      </p:sp>
      <p:sp>
        <p:nvSpPr>
          <p:cNvPr id="126" name="Google Shape;126;p14"/>
          <p:cNvSpPr txBox="1"/>
          <p:nvPr/>
        </p:nvSpPr>
        <p:spPr>
          <a:xfrm>
            <a:off x="3557587" y="5577078"/>
            <a:ext cx="23669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25" b="1" i="0" u="none" strike="noStrike" cap="none" noProof="0" dirty="0">
                <a:solidFill>
                  <a:srgbClr val="F6921E"/>
                </a:solidFill>
                <a:latin typeface="Lato"/>
                <a:ea typeface="Lato"/>
                <a:cs typeface="Lato"/>
                <a:sym typeface="Lato"/>
              </a:rPr>
              <a:t>(2) Maestros 1° Liniero</a:t>
            </a:r>
            <a:endParaRPr lang="es-CL" noProof="0" dirty="0"/>
          </a:p>
        </p:txBody>
      </p:sp>
      <p:sp>
        <p:nvSpPr>
          <p:cNvPr id="127" name="Google Shape;127;p14"/>
          <p:cNvSpPr txBox="1"/>
          <p:nvPr/>
        </p:nvSpPr>
        <p:spPr>
          <a:xfrm>
            <a:off x="4258429" y="5803103"/>
            <a:ext cx="110872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s-CL" sz="90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Personal Directo</a:t>
            </a:r>
            <a:endParaRPr lang="es-CL" sz="900" dirty="0"/>
          </a:p>
        </p:txBody>
      </p:sp>
      <p:sp>
        <p:nvSpPr>
          <p:cNvPr id="128" name="Google Shape;128;p14"/>
          <p:cNvSpPr txBox="1"/>
          <p:nvPr/>
        </p:nvSpPr>
        <p:spPr>
          <a:xfrm>
            <a:off x="6267450" y="5577078"/>
            <a:ext cx="23669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25" b="1" i="0" u="none" strike="noStrike" cap="none" noProof="0" dirty="0">
                <a:solidFill>
                  <a:srgbClr val="F6921E"/>
                </a:solidFill>
                <a:latin typeface="Lato"/>
                <a:ea typeface="Lato"/>
                <a:cs typeface="Lato"/>
                <a:sym typeface="Lato"/>
              </a:rPr>
              <a:t>(1) Rigger</a:t>
            </a:r>
            <a:endParaRPr lang="es-CL" noProof="0" dirty="0"/>
          </a:p>
        </p:txBody>
      </p:sp>
      <p:sp>
        <p:nvSpPr>
          <p:cNvPr id="129" name="Google Shape;129;p14"/>
          <p:cNvSpPr txBox="1"/>
          <p:nvPr/>
        </p:nvSpPr>
        <p:spPr>
          <a:xfrm>
            <a:off x="7046118" y="5805678"/>
            <a:ext cx="8096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Certificado</a:t>
            </a:r>
            <a:endParaRPr lang="es-CL" noProof="0" dirty="0"/>
          </a:p>
        </p:txBody>
      </p:sp>
      <p:sp>
        <p:nvSpPr>
          <p:cNvPr id="130" name="Google Shape;130;p14"/>
          <p:cNvSpPr txBox="1"/>
          <p:nvPr/>
        </p:nvSpPr>
        <p:spPr>
          <a:xfrm>
            <a:off x="8977312" y="5577078"/>
            <a:ext cx="23669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25" b="1" i="0" u="none" strike="noStrike" cap="none" noProof="0" dirty="0">
                <a:solidFill>
                  <a:srgbClr val="F6921E"/>
                </a:solidFill>
                <a:latin typeface="Lato"/>
                <a:ea typeface="Lato"/>
                <a:cs typeface="Lato"/>
                <a:sym typeface="Lato"/>
              </a:rPr>
              <a:t>(1) Operador Camión</a:t>
            </a:r>
            <a:endParaRPr lang="es-CL" noProof="0" dirty="0"/>
          </a:p>
        </p:txBody>
      </p:sp>
      <p:sp>
        <p:nvSpPr>
          <p:cNvPr id="131" name="Google Shape;131;p14"/>
          <p:cNvSpPr txBox="1"/>
          <p:nvPr/>
        </p:nvSpPr>
        <p:spPr>
          <a:xfrm>
            <a:off x="9371192" y="5803103"/>
            <a:ext cx="157920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Certificado CEIM / Pluma</a:t>
            </a:r>
            <a:endParaRPr lang="es-CL" noProof="0" dirty="0"/>
          </a:p>
        </p:txBody>
      </p:sp>
      <p:sp>
        <p:nvSpPr>
          <p:cNvPr id="132" name="Google Shape;132;p14"/>
          <p:cNvSpPr txBox="1"/>
          <p:nvPr/>
        </p:nvSpPr>
        <p:spPr>
          <a:xfrm>
            <a:off x="762000" y="571500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CL" sz="2850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ESTRUCTURA ORGANIZACIONAL: </a:t>
            </a:r>
            <a:r>
              <a:rPr lang="es-CL" sz="2850" b="1" dirty="0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17 COLABORADORES</a:t>
            </a:r>
            <a:endParaRPr lang="es-CL" sz="2850" noProof="0" dirty="0"/>
          </a:p>
        </p:txBody>
      </p:sp>
      <p:sp>
        <p:nvSpPr>
          <p:cNvPr id="133" name="Google Shape;133;p14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692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Conector: angular 3">
            <a:extLst>
              <a:ext uri="{FF2B5EF4-FFF2-40B4-BE49-F238E27FC236}">
                <a16:creationId xmlns:a16="http://schemas.microsoft.com/office/drawing/2014/main" id="{9BA00DEF-9B80-CB74-61CD-D40BCC73E3F1}"/>
              </a:ext>
            </a:extLst>
          </p:cNvPr>
          <p:cNvCxnSpPr>
            <a:cxnSpLocks/>
            <a:stCxn id="96" idx="2"/>
            <a:endCxn id="99" idx="0"/>
          </p:cNvCxnSpPr>
          <p:nvPr/>
        </p:nvCxnSpPr>
        <p:spPr>
          <a:xfrm rot="5400000">
            <a:off x="4834093" y="1419233"/>
            <a:ext cx="685652" cy="1838161"/>
          </a:xfrm>
          <a:prstGeom prst="bentConnector3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Conector: angular 7">
            <a:extLst>
              <a:ext uri="{FF2B5EF4-FFF2-40B4-BE49-F238E27FC236}">
                <a16:creationId xmlns:a16="http://schemas.microsoft.com/office/drawing/2014/main" id="{A2514200-39E0-6273-62A2-208C9A2AC4D9}"/>
              </a:ext>
            </a:extLst>
          </p:cNvPr>
          <p:cNvCxnSpPr>
            <a:cxnSpLocks/>
            <a:stCxn id="96" idx="2"/>
            <a:endCxn id="98" idx="0"/>
          </p:cNvCxnSpPr>
          <p:nvPr/>
        </p:nvCxnSpPr>
        <p:spPr>
          <a:xfrm rot="5400000">
            <a:off x="4070918" y="667294"/>
            <a:ext cx="696889" cy="335327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B3DEF5A7-36CD-4B0C-519C-381C8C6F63AD}"/>
              </a:ext>
            </a:extLst>
          </p:cNvPr>
          <p:cNvCxnSpPr>
            <a:cxnSpLocks/>
            <a:stCxn id="96" idx="2"/>
            <a:endCxn id="97" idx="0"/>
          </p:cNvCxnSpPr>
          <p:nvPr/>
        </p:nvCxnSpPr>
        <p:spPr>
          <a:xfrm rot="5400000">
            <a:off x="3323443" y="-80181"/>
            <a:ext cx="696889" cy="484822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1C408576-A0ED-8D09-AAB4-ED82C90DB250}"/>
              </a:ext>
            </a:extLst>
          </p:cNvPr>
          <p:cNvCxnSpPr>
            <a:cxnSpLocks/>
            <a:stCxn id="96" idx="2"/>
            <a:endCxn id="102" idx="0"/>
          </p:cNvCxnSpPr>
          <p:nvPr/>
        </p:nvCxnSpPr>
        <p:spPr>
          <a:xfrm flipH="1">
            <a:off x="6089896" y="1995487"/>
            <a:ext cx="6103" cy="69688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8A0C0A0D-809A-328A-26FC-6D5A11CE9164}"/>
              </a:ext>
            </a:extLst>
          </p:cNvPr>
          <p:cNvCxnSpPr>
            <a:cxnSpLocks/>
            <a:stCxn id="96" idx="2"/>
            <a:endCxn id="100" idx="0"/>
          </p:cNvCxnSpPr>
          <p:nvPr/>
        </p:nvCxnSpPr>
        <p:spPr>
          <a:xfrm rot="16200000" flipH="1">
            <a:off x="6851264" y="1240221"/>
            <a:ext cx="696889" cy="220741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48BBDB2A-6C1E-80B2-865F-2592BFCEB1C4}"/>
              </a:ext>
            </a:extLst>
          </p:cNvPr>
          <p:cNvCxnSpPr>
            <a:cxnSpLocks/>
            <a:stCxn id="96" idx="2"/>
            <a:endCxn id="101" idx="0"/>
          </p:cNvCxnSpPr>
          <p:nvPr/>
        </p:nvCxnSpPr>
        <p:spPr>
          <a:xfrm rot="16200000" flipH="1">
            <a:off x="7900205" y="191281"/>
            <a:ext cx="696889" cy="43053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16C39014-3E31-21D9-2FFF-EFC6242C40F5}"/>
              </a:ext>
            </a:extLst>
          </p:cNvPr>
          <p:cNvCxnSpPr>
            <a:cxnSpLocks/>
            <a:endCxn id="95" idx="0"/>
          </p:cNvCxnSpPr>
          <p:nvPr/>
        </p:nvCxnSpPr>
        <p:spPr>
          <a:xfrm>
            <a:off x="6089896" y="4977003"/>
            <a:ext cx="6104" cy="32385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Google Shape;100;p14" descr="image.png">
            <a:extLst>
              <a:ext uri="{FF2B5EF4-FFF2-40B4-BE49-F238E27FC236}">
                <a16:creationId xmlns:a16="http://schemas.microsoft.com/office/drawing/2014/main" id="{7A775AEE-C8C1-763A-78FD-787E4ADDADA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8660" y="4162614"/>
            <a:ext cx="1347788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116;p14">
            <a:extLst>
              <a:ext uri="{FF2B5EF4-FFF2-40B4-BE49-F238E27FC236}">
                <a16:creationId xmlns:a16="http://schemas.microsoft.com/office/drawing/2014/main" id="{E495EE76-B296-D832-C6F4-5120065426AA}"/>
              </a:ext>
            </a:extLst>
          </p:cNvPr>
          <p:cNvSpPr txBox="1"/>
          <p:nvPr/>
        </p:nvSpPr>
        <p:spPr>
          <a:xfrm>
            <a:off x="7628660" y="4365726"/>
            <a:ext cx="1354704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25" b="1" i="0" u="none" strike="noStrike" cap="none" noProof="0" dirty="0">
                <a:solidFill>
                  <a:srgbClr val="F6921E"/>
                </a:solidFill>
                <a:latin typeface="Lato"/>
                <a:ea typeface="Lato"/>
                <a:cs typeface="Lato"/>
                <a:sym typeface="Lato"/>
              </a:rPr>
              <a:t>Alarife</a:t>
            </a:r>
            <a:endParaRPr lang="es-CL" noProof="0" dirty="0"/>
          </a:p>
        </p:txBody>
      </p:sp>
      <p:sp>
        <p:nvSpPr>
          <p:cNvPr id="43" name="Google Shape;117;p14">
            <a:extLst>
              <a:ext uri="{FF2B5EF4-FFF2-40B4-BE49-F238E27FC236}">
                <a16:creationId xmlns:a16="http://schemas.microsoft.com/office/drawing/2014/main" id="{BE0FF5B8-40A1-7FC5-7BBD-B8981E41D47D}"/>
              </a:ext>
            </a:extLst>
          </p:cNvPr>
          <p:cNvSpPr txBox="1"/>
          <p:nvPr/>
        </p:nvSpPr>
        <p:spPr>
          <a:xfrm>
            <a:off x="7932761" y="4670392"/>
            <a:ext cx="631776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s-CL" sz="90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Turno 4x3</a:t>
            </a:r>
            <a:endParaRPr lang="es-CL" sz="900" dirty="0"/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05E9754D-47FD-2682-2FB0-CAD6DBFC0E53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8302554" y="3492476"/>
            <a:ext cx="0" cy="67013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Google Shape;102;p14" descr="image.png">
            <a:extLst>
              <a:ext uri="{FF2B5EF4-FFF2-40B4-BE49-F238E27FC236}">
                <a16:creationId xmlns:a16="http://schemas.microsoft.com/office/drawing/2014/main" id="{DBCE8C5D-E141-15C2-52D5-3C797960D56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313608" y="4162614"/>
            <a:ext cx="1552575" cy="83116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120;p14">
            <a:extLst>
              <a:ext uri="{FF2B5EF4-FFF2-40B4-BE49-F238E27FC236}">
                <a16:creationId xmlns:a16="http://schemas.microsoft.com/office/drawing/2014/main" id="{33CB778C-CCE4-47D4-6ADE-14C2A1B7FC72}"/>
              </a:ext>
            </a:extLst>
          </p:cNvPr>
          <p:cNvSpPr txBox="1"/>
          <p:nvPr/>
        </p:nvSpPr>
        <p:spPr>
          <a:xfrm>
            <a:off x="5315061" y="4257715"/>
            <a:ext cx="1537311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25" b="1" dirty="0">
                <a:solidFill>
                  <a:srgbClr val="F6921E"/>
                </a:solidFill>
                <a:latin typeface="Lato"/>
                <a:ea typeface="Lato"/>
                <a:cs typeface="Lato"/>
                <a:sym typeface="Lato"/>
              </a:rPr>
              <a:t>Supervisor Terreno</a:t>
            </a:r>
            <a:r>
              <a:rPr lang="es-CL" sz="1125" b="1" i="0" u="none" strike="noStrike" cap="none" noProof="0" dirty="0">
                <a:solidFill>
                  <a:srgbClr val="F6921E"/>
                </a:solidFill>
                <a:latin typeface="Lato"/>
                <a:ea typeface="Lato"/>
                <a:cs typeface="Lato"/>
                <a:sym typeface="Lato"/>
              </a:rPr>
              <a:t> Montaje y Tendido</a:t>
            </a:r>
            <a:endParaRPr lang="es-CL" noProof="0" dirty="0"/>
          </a:p>
        </p:txBody>
      </p:sp>
      <p:sp>
        <p:nvSpPr>
          <p:cNvPr id="54" name="Google Shape;121;p14">
            <a:extLst>
              <a:ext uri="{FF2B5EF4-FFF2-40B4-BE49-F238E27FC236}">
                <a16:creationId xmlns:a16="http://schemas.microsoft.com/office/drawing/2014/main" id="{07672EC2-E709-FB03-8239-B2655D05DF1D}"/>
              </a:ext>
            </a:extLst>
          </p:cNvPr>
          <p:cNvSpPr txBox="1"/>
          <p:nvPr/>
        </p:nvSpPr>
        <p:spPr>
          <a:xfrm>
            <a:off x="5827569" y="4699065"/>
            <a:ext cx="52465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Turno 4x3</a:t>
            </a:r>
            <a:endParaRPr lang="es-CL" noProof="0" dirty="0"/>
          </a:p>
        </p:txBody>
      </p: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689D191A-7E92-CA26-8249-A7DF948CE36F}"/>
              </a:ext>
            </a:extLst>
          </p:cNvPr>
          <p:cNvCxnSpPr>
            <a:cxnSpLocks/>
            <a:stCxn id="102" idx="2"/>
            <a:endCxn id="52" idx="0"/>
          </p:cNvCxnSpPr>
          <p:nvPr/>
        </p:nvCxnSpPr>
        <p:spPr>
          <a:xfrm>
            <a:off x="6089896" y="3523536"/>
            <a:ext cx="0" cy="6390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786432"/>
            <a:ext cx="8066227" cy="407156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2081212"/>
            <a:ext cx="56007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1" i="0" u="none" strike="noStrike" cap="none" noProof="0" dirty="0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Filtro de Contratación Staff</a:t>
            </a:r>
            <a:endParaRPr lang="es-CL" noProof="0"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2595562"/>
            <a:ext cx="53340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Validación obligatoria de los </a:t>
            </a:r>
            <a:r>
              <a:rPr lang="es-CL" sz="1350" b="1" i="0" u="none" strike="noStrike" cap="none" noProof="0" dirty="0">
                <a:solidFill>
                  <a:srgbClr val="F6921E"/>
                </a:solidFill>
                <a:latin typeface="Lato"/>
                <a:ea typeface="Lato"/>
                <a:cs typeface="Lato"/>
                <a:sym typeface="Lato"/>
              </a:rPr>
              <a:t>7 documentos base</a:t>
            </a:r>
            <a:r>
              <a:rPr lang="es-CL" sz="135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por cada trabajador para habilitación laboral:</a:t>
            </a:r>
            <a:endParaRPr lang="es-CL" noProof="0"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904875" y="3227784"/>
            <a:ext cx="500062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Contrato de Trabajo firmado.</a:t>
            </a:r>
            <a:endParaRPr lang="es-CL" noProof="0"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904875" y="3562945"/>
            <a:ext cx="500062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Ficha MEL completa.</a:t>
            </a:r>
            <a:endParaRPr lang="es-CL" noProof="0"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904875" y="3898106"/>
            <a:ext cx="500062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Certificado Antecedentes vigente.</a:t>
            </a:r>
            <a:endParaRPr lang="es-CL" noProof="0"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904875" y="4233267"/>
            <a:ext cx="500062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Exámenes Médicos (</a:t>
            </a:r>
            <a:r>
              <a:rPr lang="es-CL" sz="1350" b="0" i="0" u="none" strike="noStrike" cap="none" noProof="0" dirty="0" err="1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Pre-ocupacionales</a:t>
            </a:r>
            <a:r>
              <a:rPr lang="es-CL" sz="1350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lang="es-CL" noProof="0"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904875" y="4568428"/>
            <a:ext cx="500062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Reglamento de Transporte aceptado.</a:t>
            </a:r>
            <a:endParaRPr lang="es-CL" noProof="0"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904875" y="4903589"/>
            <a:ext cx="500062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Cédula de Identidad legible.</a:t>
            </a:r>
            <a:endParaRPr lang="es-CL" noProof="0"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904875" y="5238750"/>
            <a:ext cx="500062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Finiquito anterior (si corresponde).</a:t>
            </a:r>
            <a:endParaRPr lang="es-CL" noProof="0"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50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AUDITORÍA DOCUMENTAL: </a:t>
            </a:r>
            <a:r>
              <a:rPr lang="es-CL" sz="2850" b="1" i="0" u="none" strike="noStrike" cap="none" noProof="0" dirty="0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DELOITTE</a:t>
            </a:r>
            <a:endParaRPr lang="es-CL" noProof="0" dirty="0"/>
          </a:p>
        </p:txBody>
      </p:sp>
      <p:sp>
        <p:nvSpPr>
          <p:cNvPr id="128" name="Google Shape;128;p15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692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1008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4524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8040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0641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5072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98588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32104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B2D9E7E-8FE8-32BE-48B6-2E64BEF98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0" y="1977389"/>
            <a:ext cx="6146292" cy="3841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571499" y="1624013"/>
            <a:ext cx="110490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Supervisada por </a:t>
            </a:r>
            <a:r>
              <a:rPr lang="es-CL" sz="1600" b="1" i="0" u="none" strike="noStrike" cap="none" noProof="0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RyQ</a:t>
            </a:r>
            <a:r>
              <a:rPr lang="es-CL" sz="160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, la HDR es el filtro técnico-operativo de competencias. Incluye </a:t>
            </a:r>
            <a:r>
              <a:rPr lang="es-CL" sz="1600" b="1" i="0" u="none" strike="noStrike" cap="none" noProof="0" dirty="0">
                <a:solidFill>
                  <a:srgbClr val="F6921E"/>
                </a:solidFill>
                <a:latin typeface="Lato"/>
                <a:ea typeface="Lato"/>
                <a:cs typeface="Lato"/>
                <a:sym typeface="Lato"/>
              </a:rPr>
              <a:t>58 puntos</a:t>
            </a:r>
            <a:r>
              <a:rPr lang="es-CL" sz="160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obligatorios:</a:t>
            </a:r>
            <a:endParaRPr lang="es-CL" sz="1800" noProof="0" dirty="0"/>
          </a:p>
        </p:txBody>
      </p:sp>
      <p:sp>
        <p:nvSpPr>
          <p:cNvPr id="142" name="Google Shape;142;p16"/>
          <p:cNvSpPr/>
          <p:nvPr/>
        </p:nvSpPr>
        <p:spPr>
          <a:xfrm>
            <a:off x="571500" y="2850951"/>
            <a:ext cx="11049000" cy="2510432"/>
          </a:xfrm>
          <a:prstGeom prst="roundRect">
            <a:avLst>
              <a:gd name="adj" fmla="val 0"/>
            </a:avLst>
          </a:prstGeom>
          <a:solidFill>
            <a:srgbClr val="020617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3" name="Google Shape;143;p16"/>
          <p:cNvGraphicFramePr/>
          <p:nvPr>
            <p:extLst>
              <p:ext uri="{D42A27DB-BD31-4B8C-83A1-F6EECF244321}">
                <p14:modId xmlns:p14="http://schemas.microsoft.com/office/powerpoint/2010/main" val="921637317"/>
              </p:ext>
            </p:extLst>
          </p:nvPr>
        </p:nvGraphicFramePr>
        <p:xfrm>
          <a:off x="571500" y="2850951"/>
          <a:ext cx="11049000" cy="2510400"/>
        </p:xfrm>
        <a:graphic>
          <a:graphicData uri="http://schemas.openxmlformats.org/drawingml/2006/table">
            <a:tbl>
              <a:tblPr firstRow="1" bandRow="1">
                <a:noFill/>
                <a:tableStyleId>{F88A66F3-F591-4E99-A56B-1DB71D9FD405}</a:tableStyleId>
              </a:tblPr>
              <a:tblGrid>
                <a:gridCol w="333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 strike="noStrike" cap="none" noProof="0" dirty="0">
                          <a:solidFill>
                            <a:srgbClr val="F692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Categoría de Validación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 strike="noStrike" cap="none" noProof="0" dirty="0">
                          <a:solidFill>
                            <a:srgbClr val="F692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Entidad Emisora / Respaldo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 strike="noStrike" cap="none" noProof="0" dirty="0">
                          <a:solidFill>
                            <a:srgbClr val="F692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Foco del Punto 16 (Arranque)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Certificaciones de Seguridad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Mutual de Seguridad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Aptitud física y altura geográfica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Competencias Técnicas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OTEC / Certificadores Externos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Especialidad liniero y montaje HTLS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Inducciones BHP/MEL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LMS BHP / Academias MEL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Reglamentos Internos y Cero Daño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Hoja de Vida del Conductor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Registro Civil / DLMS BHP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Validación Licencia Interna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4" name="Google Shape;144;p16"/>
          <p:cNvSpPr/>
          <p:nvPr/>
        </p:nvSpPr>
        <p:spPr>
          <a:xfrm>
            <a:off x="571500" y="3360539"/>
            <a:ext cx="3334047" cy="28575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3905547" y="3360539"/>
            <a:ext cx="3648075" cy="28575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7553622" y="3360539"/>
            <a:ext cx="4066877" cy="28575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571500" y="3878609"/>
            <a:ext cx="333404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3905547" y="3878609"/>
            <a:ext cx="36480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7553622" y="3878609"/>
            <a:ext cx="406687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4368105"/>
            <a:ext cx="333404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3905547" y="4368105"/>
            <a:ext cx="36480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7553622" y="4368105"/>
            <a:ext cx="406687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571500" y="4857601"/>
            <a:ext cx="333404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3905547" y="4857601"/>
            <a:ext cx="36480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7553622" y="4857601"/>
            <a:ext cx="406687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571500" y="5347096"/>
            <a:ext cx="333404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905547" y="5347096"/>
            <a:ext cx="36480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7553622" y="5347096"/>
            <a:ext cx="406687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50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VALIDACIÓN TÉCNICA: </a:t>
            </a:r>
            <a:r>
              <a:rPr lang="es-CL" sz="2850" b="1" i="0" u="none" strike="noStrike" cap="none" noProof="0" dirty="0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HDR (HOJA DE RUTA)</a:t>
            </a:r>
            <a:endParaRPr lang="es-CL" noProof="0" dirty="0"/>
          </a:p>
        </p:txBody>
      </p:sp>
      <p:sp>
        <p:nvSpPr>
          <p:cNvPr id="160" name="Google Shape;160;p16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692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44340"/>
            <a:ext cx="3555950" cy="2424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344340"/>
            <a:ext cx="3555950" cy="2424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344340"/>
            <a:ext cx="3555950" cy="242470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571500" y="5207202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1" u="none" strike="noStrike" cap="none" noProof="0" dirty="0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Mandatorio para el 100% del personal directo asignado a terreno.</a:t>
            </a:r>
            <a:endParaRPr lang="es-CL" noProof="0" dirty="0"/>
          </a:p>
        </p:txBody>
      </p:sp>
      <p:sp>
        <p:nvSpPr>
          <p:cNvPr id="170" name="Google Shape;170;p17"/>
          <p:cNvSpPr txBox="1"/>
          <p:nvPr/>
        </p:nvSpPr>
        <p:spPr>
          <a:xfrm>
            <a:off x="819150" y="3144440"/>
            <a:ext cx="321368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1" i="0" u="none" strike="noStrike" cap="none" noProof="0" dirty="0" err="1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Psicolaboral</a:t>
            </a:r>
            <a:endParaRPr lang="es-CL" noProof="0" dirty="0"/>
          </a:p>
        </p:txBody>
      </p:sp>
      <p:sp>
        <p:nvSpPr>
          <p:cNvPr id="171" name="Google Shape;171;p17"/>
          <p:cNvSpPr txBox="1"/>
          <p:nvPr/>
        </p:nvSpPr>
        <p:spPr>
          <a:xfrm>
            <a:off x="819150" y="3658790"/>
            <a:ext cx="306065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Evaluación de perfil conductual para trabajo en alta tensión y entornos mineros complejos.</a:t>
            </a:r>
            <a:endParaRPr lang="es-CL" noProof="0" dirty="0"/>
          </a:p>
        </p:txBody>
      </p:sp>
      <p:sp>
        <p:nvSpPr>
          <p:cNvPr id="172" name="Google Shape;172;p17"/>
          <p:cNvSpPr txBox="1"/>
          <p:nvPr/>
        </p:nvSpPr>
        <p:spPr>
          <a:xfrm>
            <a:off x="4565600" y="3144440"/>
            <a:ext cx="321368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1" i="0" u="none" strike="noStrike" cap="none" noProof="0" dirty="0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Seguridad</a:t>
            </a:r>
            <a:endParaRPr lang="es-CL" noProof="0" dirty="0"/>
          </a:p>
        </p:txBody>
      </p:sp>
      <p:sp>
        <p:nvSpPr>
          <p:cNvPr id="173" name="Google Shape;173;p17"/>
          <p:cNvSpPr txBox="1"/>
          <p:nvPr/>
        </p:nvSpPr>
        <p:spPr>
          <a:xfrm>
            <a:off x="4565600" y="3658790"/>
            <a:ext cx="306065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Validación teórica y práctica de estándares BHP (Controles de Riesgos Fatales).</a:t>
            </a:r>
            <a:endParaRPr lang="es-CL" noProof="0" dirty="0"/>
          </a:p>
        </p:txBody>
      </p:sp>
      <p:sp>
        <p:nvSpPr>
          <p:cNvPr id="174" name="Google Shape;174;p17"/>
          <p:cNvSpPr txBox="1"/>
          <p:nvPr/>
        </p:nvSpPr>
        <p:spPr>
          <a:xfrm>
            <a:off x="8312050" y="3144440"/>
            <a:ext cx="321368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1" i="0" u="none" strike="noStrike" cap="none" noProof="0" dirty="0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Técnico</a:t>
            </a:r>
            <a:endParaRPr lang="es-CL" noProof="0" dirty="0"/>
          </a:p>
        </p:txBody>
      </p:sp>
      <p:sp>
        <p:nvSpPr>
          <p:cNvPr id="175" name="Google Shape;175;p17"/>
          <p:cNvSpPr txBox="1"/>
          <p:nvPr/>
        </p:nvSpPr>
        <p:spPr>
          <a:xfrm>
            <a:off x="8312050" y="3658790"/>
            <a:ext cx="306065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Validación de maestría en la tarea específica de tendido y engrampado de conductores.</a:t>
            </a:r>
            <a:endParaRPr lang="es-CL" noProof="0" dirty="0"/>
          </a:p>
        </p:txBody>
      </p:sp>
      <p:pic>
        <p:nvPicPr>
          <p:cNvPr id="176" name="Google Shape;17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2668190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65600" y="266819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12050" y="266819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50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VALIDACIÓN DE COMPETENCIAS: </a:t>
            </a:r>
            <a:r>
              <a:rPr lang="es-CL" sz="2850" b="1" i="0" u="none" strike="noStrike" cap="none" noProof="0" dirty="0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3D CEIM</a:t>
            </a:r>
            <a:endParaRPr lang="es-CL" noProof="0" dirty="0"/>
          </a:p>
        </p:txBody>
      </p:sp>
      <p:sp>
        <p:nvSpPr>
          <p:cNvPr id="180" name="Google Shape;180;p17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692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81212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571500" y="2081212"/>
            <a:ext cx="56007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1" i="0" u="none" strike="noStrike" cap="none" noProof="0" dirty="0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Acreditación de Equipos y Flota</a:t>
            </a:r>
            <a:endParaRPr lang="es-CL" noProof="0" dirty="0"/>
          </a:p>
        </p:txBody>
      </p:sp>
      <p:sp>
        <p:nvSpPr>
          <p:cNvPr id="189" name="Google Shape;189;p18"/>
          <p:cNvSpPr txBox="1"/>
          <p:nvPr/>
        </p:nvSpPr>
        <p:spPr>
          <a:xfrm>
            <a:off x="904875" y="2605087"/>
            <a:ext cx="500062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Camiones de Levante:</a:t>
            </a:r>
            <a:r>
              <a:rPr lang="es-CL" sz="1350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Certificación física obligatoria por </a:t>
            </a:r>
            <a:r>
              <a:rPr lang="es-CL" sz="1350" b="1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CEIM</a:t>
            </a:r>
            <a:r>
              <a:rPr lang="es-CL" sz="1350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s-CL" noProof="0" dirty="0"/>
          </a:p>
        </p:txBody>
      </p:sp>
      <p:sp>
        <p:nvSpPr>
          <p:cNvPr id="190" name="Google Shape;190;p18"/>
          <p:cNvSpPr txBox="1"/>
          <p:nvPr/>
        </p:nvSpPr>
        <p:spPr>
          <a:xfrm>
            <a:off x="904875" y="2940248"/>
            <a:ext cx="5000625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Operadores de Camión:</a:t>
            </a:r>
            <a:r>
              <a:rPr lang="es-CL" sz="1350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Acreditación específica vinculada a la patente del equipo a operar.</a:t>
            </a:r>
            <a:endParaRPr lang="es-CL" noProof="0" dirty="0"/>
          </a:p>
        </p:txBody>
      </p:sp>
      <p:sp>
        <p:nvSpPr>
          <p:cNvPr id="191" name="Google Shape;191;p18"/>
          <p:cNvSpPr txBox="1"/>
          <p:nvPr/>
        </p:nvSpPr>
        <p:spPr>
          <a:xfrm>
            <a:off x="904875" y="3515320"/>
            <a:ext cx="5000625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Sellos MEL:</a:t>
            </a:r>
            <a:r>
              <a:rPr lang="es-CL" sz="1350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Instalación tras aprobación CEIM para circulación en patio.</a:t>
            </a:r>
            <a:endParaRPr lang="es-CL" noProof="0" dirty="0"/>
          </a:p>
        </p:txBody>
      </p:sp>
      <p:sp>
        <p:nvSpPr>
          <p:cNvPr id="192" name="Google Shape;192;p18"/>
          <p:cNvSpPr txBox="1"/>
          <p:nvPr/>
        </p:nvSpPr>
        <p:spPr>
          <a:xfrm>
            <a:off x="904875" y="4090392"/>
            <a:ext cx="5000625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Vehículos Menores:</a:t>
            </a:r>
            <a:r>
              <a:rPr lang="es-CL" sz="1350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Cumplimiento estándar BHP 15 y sello vigente.</a:t>
            </a:r>
            <a:endParaRPr lang="es-CL" noProof="0" dirty="0"/>
          </a:p>
        </p:txBody>
      </p:sp>
      <p:sp>
        <p:nvSpPr>
          <p:cNvPr id="193" name="Google Shape;193;p18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50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FLOTA Y LEVANTE: </a:t>
            </a:r>
            <a:r>
              <a:rPr lang="es-CL" sz="2850" b="1" i="0" u="none" strike="noStrike" cap="none" noProof="0" dirty="0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CERTIFICACIONES CRÍTICAS</a:t>
            </a:r>
            <a:endParaRPr lang="es-CL" noProof="0" dirty="0"/>
          </a:p>
        </p:txBody>
      </p:sp>
      <p:sp>
        <p:nvSpPr>
          <p:cNvPr id="194" name="Google Shape;194;p18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692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68738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2254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9761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7268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EA6FDE19-8E63-4300-4F49-E7B23C0F3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611653"/>
            <a:ext cx="5715000" cy="415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95425"/>
            <a:ext cx="11049000" cy="47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571500" y="4637782"/>
            <a:ext cx="11049000" cy="1465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1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*Acreditación programada para Abril 2026 para proteger vigencia de pases.</a:t>
            </a:r>
          </a:p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i="1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25 Abril fecha arribo de conductor en puerto. 10 días corridos considerados en traslado a Antofagasta.</a:t>
            </a:r>
          </a:p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i="1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25 mayo llegada a Antofagasta de herrajes y aislación.</a:t>
            </a:r>
          </a:p>
          <a:p>
            <a:pPr lvl="0">
              <a:lnSpc>
                <a:spcPct val="139925"/>
              </a:lnSpc>
            </a:pPr>
            <a:r>
              <a:rPr lang="es-CL" sz="1350" i="1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Considera Acreditación como subcontrato de la empresa </a:t>
            </a:r>
            <a:r>
              <a:rPr lang="es-CL" sz="1200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CTC Global, con el objetivo de acreditar su especialista que acudirá a terreno.</a:t>
            </a:r>
            <a:endParaRPr lang="es-CL" sz="1350" i="1" noProof="0" dirty="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noProof="0" dirty="0"/>
          </a:p>
        </p:txBody>
      </p:sp>
      <p:sp>
        <p:nvSpPr>
          <p:cNvPr id="206" name="Google Shape;206;p19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50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KPI DASHBOARD: </a:t>
            </a:r>
            <a:r>
              <a:rPr lang="es-CL" sz="2850" b="1" i="0" u="none" strike="noStrike" cap="none" noProof="0" dirty="0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FASE PRE-ARRANQUE</a:t>
            </a:r>
            <a:endParaRPr lang="es-CL" noProof="0" dirty="0"/>
          </a:p>
        </p:txBody>
      </p:sp>
      <p:sp>
        <p:nvSpPr>
          <p:cNvPr id="207" name="Google Shape;207;p19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692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/>
          <p:nvPr/>
        </p:nvSpPr>
        <p:spPr>
          <a:xfrm>
            <a:off x="571500" y="2635746"/>
            <a:ext cx="11049000" cy="2510432"/>
          </a:xfrm>
          <a:prstGeom prst="roundRect">
            <a:avLst>
              <a:gd name="adj" fmla="val 0"/>
            </a:avLst>
          </a:prstGeom>
          <a:solidFill>
            <a:srgbClr val="020617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4" name="Google Shape;214;p20"/>
          <p:cNvGraphicFramePr/>
          <p:nvPr>
            <p:extLst>
              <p:ext uri="{D42A27DB-BD31-4B8C-83A1-F6EECF244321}">
                <p14:modId xmlns:p14="http://schemas.microsoft.com/office/powerpoint/2010/main" val="3007308859"/>
              </p:ext>
            </p:extLst>
          </p:nvPr>
        </p:nvGraphicFramePr>
        <p:xfrm>
          <a:off x="571500" y="2635746"/>
          <a:ext cx="11049000" cy="2510400"/>
        </p:xfrm>
        <a:graphic>
          <a:graphicData uri="http://schemas.openxmlformats.org/drawingml/2006/table">
            <a:tbl>
              <a:tblPr firstRow="1" bandRow="1">
                <a:noFill/>
                <a:tableStyleId>{F88A66F3-F591-4E99-A56B-1DB71D9FD405}</a:tableStyleId>
              </a:tblPr>
              <a:tblGrid>
                <a:gridCol w="168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5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 strike="noStrike" cap="none" noProof="0" dirty="0">
                          <a:solidFill>
                            <a:srgbClr val="F692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Sistema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 strike="noStrike" cap="none" noProof="0" dirty="0">
                          <a:solidFill>
                            <a:srgbClr val="F692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Función Crítica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 strike="noStrike" cap="none" noProof="0" dirty="0">
                          <a:solidFill>
                            <a:srgbClr val="F692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Responsable STN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LIFEON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Inventario de Riesgos y Control de Fatiga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Asesor HSE / APR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PMF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Acreditación y Nominas de Personal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Encargado RRHH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SAR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Control de Acceso y Solicitud de Sitio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Administrador Contrato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DLMS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Gestión de Licencias Internas de Conducir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Encargado RRLL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5" name="Google Shape;215;p20"/>
          <p:cNvSpPr/>
          <p:nvPr/>
        </p:nvSpPr>
        <p:spPr>
          <a:xfrm>
            <a:off x="571500" y="3145333"/>
            <a:ext cx="1682948" cy="28575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2254448" y="3145333"/>
            <a:ext cx="5780484" cy="28575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8034932" y="3145333"/>
            <a:ext cx="3585567" cy="28575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71500" y="3663404"/>
            <a:ext cx="16829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2254448" y="3663404"/>
            <a:ext cx="578048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8034932" y="3663404"/>
            <a:ext cx="358556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571500" y="4152900"/>
            <a:ext cx="16829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2254448" y="4152900"/>
            <a:ext cx="578048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8034932" y="4152900"/>
            <a:ext cx="358556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571500" y="4642395"/>
            <a:ext cx="16829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2254448" y="4642395"/>
            <a:ext cx="578048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8034932" y="4642395"/>
            <a:ext cx="358556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571500" y="5131891"/>
            <a:ext cx="16829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2254448" y="5131891"/>
            <a:ext cx="578048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8034932" y="5131891"/>
            <a:ext cx="358556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50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PLATAFORMAS DE </a:t>
            </a:r>
            <a:r>
              <a:rPr lang="es-CL" sz="2850" b="1" i="0" u="none" strike="noStrike" cap="none" noProof="0" dirty="0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INTERACCIÓN BHP</a:t>
            </a:r>
            <a:endParaRPr lang="es-CL" noProof="0" dirty="0"/>
          </a:p>
        </p:txBody>
      </p:sp>
      <p:sp>
        <p:nvSpPr>
          <p:cNvPr id="231" name="Google Shape;231;p20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692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"/>
          <p:cNvSpPr txBox="1"/>
          <p:nvPr/>
        </p:nvSpPr>
        <p:spPr>
          <a:xfrm>
            <a:off x="571500" y="1587436"/>
            <a:ext cx="56007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1" i="0" u="none" strike="noStrike" cap="none" noProof="0" dirty="0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Enrolamiento Empresa Tercera</a:t>
            </a:r>
            <a:endParaRPr lang="es-CL" noProof="0" dirty="0"/>
          </a:p>
        </p:txBody>
      </p:sp>
      <p:sp>
        <p:nvSpPr>
          <p:cNvPr id="239" name="Google Shape;239;p21"/>
          <p:cNvSpPr txBox="1"/>
          <p:nvPr/>
        </p:nvSpPr>
        <p:spPr>
          <a:xfrm>
            <a:off x="571500" y="2192011"/>
            <a:ext cx="533400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Para habilitar al especialista en conductor ACCC, STN gestionará el enrolamiento de CTC Global bajo nuestro contrato.</a:t>
            </a:r>
            <a:endParaRPr lang="es-CL" sz="1600" noProof="0" dirty="0"/>
          </a:p>
        </p:txBody>
      </p:sp>
      <p:sp>
        <p:nvSpPr>
          <p:cNvPr id="241" name="Google Shape;241;p21"/>
          <p:cNvSpPr txBox="1"/>
          <p:nvPr/>
        </p:nvSpPr>
        <p:spPr>
          <a:xfrm>
            <a:off x="904875" y="3227784"/>
            <a:ext cx="5000625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b="1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Paso 1:</a:t>
            </a:r>
            <a:r>
              <a:rPr lang="es-CL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Acreditación de empresa CTC (35 puntos).</a:t>
            </a:r>
            <a:endParaRPr lang="es-CL" sz="1600" noProof="0" dirty="0"/>
          </a:p>
        </p:txBody>
      </p:sp>
      <p:sp>
        <p:nvSpPr>
          <p:cNvPr id="242" name="Google Shape;242;p21"/>
          <p:cNvSpPr txBox="1"/>
          <p:nvPr/>
        </p:nvSpPr>
        <p:spPr>
          <a:xfrm>
            <a:off x="904875" y="3681817"/>
            <a:ext cx="5000625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b="1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Paso 2:</a:t>
            </a:r>
            <a:r>
              <a:rPr lang="es-CL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Validación HDR del asesor ante </a:t>
            </a:r>
            <a:r>
              <a:rPr lang="es-CL" b="0" i="0" u="none" strike="noStrike" cap="none" noProof="0" dirty="0" err="1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RyQ</a:t>
            </a:r>
            <a:r>
              <a:rPr lang="es-CL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s-CL" sz="1600" noProof="0" dirty="0"/>
          </a:p>
        </p:txBody>
      </p:sp>
      <p:sp>
        <p:nvSpPr>
          <p:cNvPr id="243" name="Google Shape;243;p21"/>
          <p:cNvSpPr txBox="1"/>
          <p:nvPr/>
        </p:nvSpPr>
        <p:spPr>
          <a:xfrm>
            <a:off x="904875" y="4135850"/>
            <a:ext cx="5000625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b="1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Paso 3:</a:t>
            </a:r>
            <a:r>
              <a:rPr lang="es-CL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Certificación 3D </a:t>
            </a:r>
            <a:r>
              <a:rPr lang="es-CL" b="0" i="0" u="none" strike="noStrike" cap="none" noProof="0" dirty="0" err="1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Psicolaboral</a:t>
            </a:r>
            <a:r>
              <a:rPr lang="es-CL" b="0" i="0" u="none" strike="noStrike" cap="none" noProof="0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/Seguridad.</a:t>
            </a:r>
            <a:endParaRPr lang="es-CL" sz="1600" noProof="0" dirty="0"/>
          </a:p>
        </p:txBody>
      </p:sp>
      <p:sp>
        <p:nvSpPr>
          <p:cNvPr id="244" name="Google Shape;244;p21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50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ASESORÍA TÉCNICA: </a:t>
            </a:r>
            <a:r>
              <a:rPr lang="es-CL" sz="2850" b="1" i="0" u="none" strike="noStrike" cap="none" noProof="0" dirty="0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CTC GLOBAL</a:t>
            </a:r>
            <a:endParaRPr lang="es-CL" noProof="0" dirty="0"/>
          </a:p>
        </p:txBody>
      </p:sp>
      <p:sp>
        <p:nvSpPr>
          <p:cNvPr id="245" name="Google Shape;245;p21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692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30093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76411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22729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057127F-DC59-B8AB-7D39-E02BD4B54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539" y="1638945"/>
            <a:ext cx="4574286" cy="3323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55739"/>
            <a:ext cx="3555950" cy="186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74950" y="3068711"/>
            <a:ext cx="3555950" cy="1849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055738"/>
            <a:ext cx="3555950" cy="1862769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2"/>
          <p:cNvSpPr txBox="1"/>
          <p:nvPr/>
        </p:nvSpPr>
        <p:spPr>
          <a:xfrm>
            <a:off x="819150" y="3341489"/>
            <a:ext cx="321368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1" i="0" u="none" strike="noStrike" cap="none" noProof="0" dirty="0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RRLL</a:t>
            </a:r>
            <a:endParaRPr lang="es-CL" noProof="0" dirty="0"/>
          </a:p>
        </p:txBody>
      </p:sp>
      <p:sp>
        <p:nvSpPr>
          <p:cNvPr id="258" name="Google Shape;258;p22"/>
          <p:cNvSpPr txBox="1"/>
          <p:nvPr/>
        </p:nvSpPr>
        <p:spPr>
          <a:xfrm>
            <a:off x="819150" y="3855839"/>
            <a:ext cx="3174800" cy="87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Envío de Carpeta del personal  a </a:t>
            </a:r>
            <a:r>
              <a:rPr lang="es-CL" sz="1350" b="1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Deloitte</a:t>
            </a:r>
            <a:r>
              <a:rPr lang="es-CL" sz="135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>
              <a:lnSpc>
                <a:spcPct val="139925"/>
              </a:lnSpc>
            </a:pPr>
            <a:r>
              <a:rPr lang="es-CL" sz="1350" b="1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Inscripción 3D CEIM</a:t>
            </a:r>
            <a:endParaRPr lang="es-CL" sz="1200" b="1" noProof="0" dirty="0"/>
          </a:p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350" b="0" i="0" u="none" strike="noStrike" cap="none" noProof="0" dirty="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4565600" y="3341489"/>
            <a:ext cx="321368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1" i="0" u="none" strike="noStrike" cap="none" noProof="0" dirty="0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HSEC</a:t>
            </a:r>
            <a:endParaRPr lang="es-CL" noProof="0" dirty="0"/>
          </a:p>
        </p:txBody>
      </p:sp>
      <p:sp>
        <p:nvSpPr>
          <p:cNvPr id="260" name="Google Shape;260;p22"/>
          <p:cNvSpPr txBox="1"/>
          <p:nvPr/>
        </p:nvSpPr>
        <p:spPr>
          <a:xfrm>
            <a:off x="4565600" y="3855839"/>
            <a:ext cx="3060650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25"/>
              </a:lnSpc>
            </a:pPr>
            <a:r>
              <a:rPr lang="es-CL" sz="1350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Envío de HDR de cada persona a </a:t>
            </a:r>
            <a:r>
              <a:rPr lang="es-CL" sz="1350" b="1" noProof="0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RyQ</a:t>
            </a:r>
            <a:r>
              <a:rPr lang="es-CL" sz="1350" b="1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lvl="0">
              <a:lnSpc>
                <a:spcPct val="139925"/>
              </a:lnSpc>
            </a:pPr>
            <a:r>
              <a:rPr lang="es-CL" sz="1350" b="1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Envío de Carpeta de Arranque</a:t>
            </a:r>
          </a:p>
        </p:txBody>
      </p:sp>
      <p:sp>
        <p:nvSpPr>
          <p:cNvPr id="261" name="Google Shape;261;p22"/>
          <p:cNvSpPr txBox="1"/>
          <p:nvPr/>
        </p:nvSpPr>
        <p:spPr>
          <a:xfrm>
            <a:off x="8312050" y="3341489"/>
            <a:ext cx="321368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1" i="0" u="none" strike="noStrike" cap="none" noProof="0" dirty="0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Gestión Logística</a:t>
            </a:r>
            <a:endParaRPr lang="es-CL" noProof="0" dirty="0"/>
          </a:p>
        </p:txBody>
      </p:sp>
      <p:sp>
        <p:nvSpPr>
          <p:cNvPr id="262" name="Google Shape;262;p22"/>
          <p:cNvSpPr txBox="1"/>
          <p:nvPr/>
        </p:nvSpPr>
        <p:spPr>
          <a:xfrm>
            <a:off x="8312050" y="3855839"/>
            <a:ext cx="30606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Tracking de fabricación RTHO y confirmación de transporte a faena MEL.</a:t>
            </a:r>
            <a:endParaRPr lang="es-CL" noProof="0" dirty="0"/>
          </a:p>
        </p:txBody>
      </p:sp>
      <p:sp>
        <p:nvSpPr>
          <p:cNvPr id="263" name="Google Shape;263;p22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50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PRÓXIMOS PASOS: </a:t>
            </a:r>
            <a:r>
              <a:rPr lang="es-CL" sz="2850" b="1" i="0" u="none" strike="noStrike" cap="none" noProof="0" dirty="0">
                <a:solidFill>
                  <a:srgbClr val="F6921E"/>
                </a:solidFill>
                <a:latin typeface="Poppins"/>
                <a:ea typeface="Poppins"/>
                <a:cs typeface="Poppins"/>
                <a:sym typeface="Poppins"/>
              </a:rPr>
              <a:t>Q1 - HITOS</a:t>
            </a:r>
            <a:endParaRPr lang="es-CL" noProof="0" dirty="0"/>
          </a:p>
        </p:txBody>
      </p:sp>
      <p:sp>
        <p:nvSpPr>
          <p:cNvPr id="264" name="Google Shape;264;p22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692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3"/>
          <p:cNvSpPr txBox="1"/>
          <p:nvPr/>
        </p:nvSpPr>
        <p:spPr>
          <a:xfrm>
            <a:off x="3255645" y="1838473"/>
            <a:ext cx="568071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¿CONSULTAS?</a:t>
            </a:r>
            <a:endParaRPr lang="es-CL" noProof="0" dirty="0"/>
          </a:p>
        </p:txBody>
      </p:sp>
      <p:sp>
        <p:nvSpPr>
          <p:cNvPr id="271" name="Google Shape;271;p23"/>
          <p:cNvSpPr txBox="1"/>
          <p:nvPr/>
        </p:nvSpPr>
        <p:spPr>
          <a:xfrm>
            <a:off x="3667125" y="3693181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rgbClr val="F6921E"/>
                </a:solidFill>
                <a:latin typeface="Lato"/>
                <a:ea typeface="Lato"/>
                <a:cs typeface="Lato"/>
                <a:sym typeface="Lato"/>
              </a:rPr>
              <a:t>BP1 S/E O'Higgins - Reunión de Seguimiento N°2</a:t>
            </a:r>
            <a:endParaRPr lang="es-CL" noProof="0" dirty="0"/>
          </a:p>
        </p:txBody>
      </p:sp>
      <p:sp>
        <p:nvSpPr>
          <p:cNvPr id="273" name="Google Shape;273;p23"/>
          <p:cNvSpPr txBox="1"/>
          <p:nvPr/>
        </p:nvSpPr>
        <p:spPr>
          <a:xfrm>
            <a:off x="4562475" y="5555977"/>
            <a:ext cx="30670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 noProof="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STN - Sistema de Transmisión del Norte</a:t>
            </a:r>
            <a:endParaRPr lang="es-CL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1857</TotalTime>
  <Words>776</Words>
  <Application>Microsoft Office PowerPoint</Application>
  <PresentationFormat>Panorámica</PresentationFormat>
  <Paragraphs>125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Arial</vt:lpstr>
      <vt:lpstr>Urbanist</vt:lpstr>
      <vt:lpstr>Inter</vt:lpstr>
      <vt:lpstr>Lato</vt:lpstr>
      <vt:lpstr>Poppins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Jose Contuliano Castillo</dc:creator>
  <cp:lastModifiedBy>Jose Contuliano Castillo</cp:lastModifiedBy>
  <cp:revision>4</cp:revision>
  <dcterms:modified xsi:type="dcterms:W3CDTF">2026-01-26T19:29:53Z</dcterms:modified>
</cp:coreProperties>
</file>